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Lst>
  <p:sldSz cx="9601200" cy="12801600" type="A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125" d="100"/>
          <a:sy n="125" d="100"/>
        </p:scale>
        <p:origin x="90" y="-48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wwa Sherin" userId="26b5e3f5-03c5-42cb-84fb-cf492e48e730" providerId="ADAL" clId="{11805B29-4BF0-461E-B91C-6CF7E3A64633}"/>
    <pc:docChg chg="undo custSel modSld">
      <pc:chgData name="Hawwa Sherin" userId="26b5e3f5-03c5-42cb-84fb-cf492e48e730" providerId="ADAL" clId="{11805B29-4BF0-461E-B91C-6CF7E3A64633}" dt="2025-11-29T14:05:59.385" v="8819" actId="20577"/>
      <pc:docMkLst>
        <pc:docMk/>
      </pc:docMkLst>
      <pc:sldChg chg="addSp delSp modSp mod">
        <pc:chgData name="Hawwa Sherin" userId="26b5e3f5-03c5-42cb-84fb-cf492e48e730" providerId="ADAL" clId="{11805B29-4BF0-461E-B91C-6CF7E3A64633}" dt="2025-11-29T14:05:59.385" v="8819" actId="20577"/>
        <pc:sldMkLst>
          <pc:docMk/>
          <pc:sldMk cId="4166626797" sldId="256"/>
        </pc:sldMkLst>
        <pc:spChg chg="add del mod">
          <ac:chgData name="Hawwa Sherin" userId="26b5e3f5-03c5-42cb-84fb-cf492e48e730" providerId="ADAL" clId="{11805B29-4BF0-461E-B91C-6CF7E3A64633}" dt="2025-11-25T09:31:55.659" v="368" actId="21"/>
          <ac:spMkLst>
            <pc:docMk/>
            <pc:sldMk cId="4166626797" sldId="256"/>
            <ac:spMk id="2" creationId="{A5C388EB-D50C-4AC0-8CB3-9F6729ACD87E}"/>
          </ac:spMkLst>
        </pc:spChg>
        <pc:spChg chg="del mod">
          <ac:chgData name="Hawwa Sherin" userId="26b5e3f5-03c5-42cb-84fb-cf492e48e730" providerId="ADAL" clId="{11805B29-4BF0-461E-B91C-6CF7E3A64633}" dt="2025-11-25T09:35:57.202" v="497" actId="21"/>
          <ac:spMkLst>
            <pc:docMk/>
            <pc:sldMk cId="4166626797" sldId="256"/>
            <ac:spMk id="3" creationId="{78D4EBE6-E231-4201-864A-E3565940F25F}"/>
          </ac:spMkLst>
        </pc:spChg>
        <pc:spChg chg="add del mod">
          <ac:chgData name="Hawwa Sherin" userId="26b5e3f5-03c5-42cb-84fb-cf492e48e730" providerId="ADAL" clId="{11805B29-4BF0-461E-B91C-6CF7E3A64633}" dt="2025-11-19T18:38:22.493" v="13"/>
          <ac:spMkLst>
            <pc:docMk/>
            <pc:sldMk cId="4166626797" sldId="256"/>
            <ac:spMk id="5" creationId="{68E7F717-D0E2-4696-832C-5DC13D9935F6}"/>
          </ac:spMkLst>
        </pc:spChg>
        <pc:spChg chg="add mod">
          <ac:chgData name="Hawwa Sherin" userId="26b5e3f5-03c5-42cb-84fb-cf492e48e730" providerId="ADAL" clId="{11805B29-4BF0-461E-B91C-6CF7E3A64633}" dt="2025-11-29T14:02:10.089" v="8771" actId="20577"/>
          <ac:spMkLst>
            <pc:docMk/>
            <pc:sldMk cId="4166626797" sldId="256"/>
            <ac:spMk id="6" creationId="{ACE01722-B9F0-4BCA-8237-10507C2000B4}"/>
          </ac:spMkLst>
        </pc:spChg>
        <pc:spChg chg="add del mod">
          <ac:chgData name="Hawwa Sherin" userId="26b5e3f5-03c5-42cb-84fb-cf492e48e730" providerId="ADAL" clId="{11805B29-4BF0-461E-B91C-6CF7E3A64633}" dt="2025-11-25T07:13:42.278" v="151" actId="478"/>
          <ac:spMkLst>
            <pc:docMk/>
            <pc:sldMk cId="4166626797" sldId="256"/>
            <ac:spMk id="7" creationId="{DD634544-9C80-4EE9-8F55-64E52622854B}"/>
          </ac:spMkLst>
        </pc:spChg>
        <pc:spChg chg="add mod">
          <ac:chgData name="Hawwa Sherin" userId="26b5e3f5-03c5-42cb-84fb-cf492e48e730" providerId="ADAL" clId="{11805B29-4BF0-461E-B91C-6CF7E3A64633}" dt="2025-11-29T13:56:43.942" v="8667" actId="208"/>
          <ac:spMkLst>
            <pc:docMk/>
            <pc:sldMk cId="4166626797" sldId="256"/>
            <ac:spMk id="8" creationId="{1C8AD532-E282-4B77-A227-88F04DDACCF6}"/>
          </ac:spMkLst>
        </pc:spChg>
        <pc:spChg chg="add mod">
          <ac:chgData name="Hawwa Sherin" userId="26b5e3f5-03c5-42cb-84fb-cf492e48e730" providerId="ADAL" clId="{11805B29-4BF0-461E-B91C-6CF7E3A64633}" dt="2025-11-29T14:02:58.659" v="8773" actId="20577"/>
          <ac:spMkLst>
            <pc:docMk/>
            <pc:sldMk cId="4166626797" sldId="256"/>
            <ac:spMk id="9" creationId="{70053BC8-D9E4-43E0-99F5-A4D8DD4D7FC1}"/>
          </ac:spMkLst>
        </pc:spChg>
        <pc:spChg chg="add mod">
          <ac:chgData name="Hawwa Sherin" userId="26b5e3f5-03c5-42cb-84fb-cf492e48e730" providerId="ADAL" clId="{11805B29-4BF0-461E-B91C-6CF7E3A64633}" dt="2025-11-29T14:04:13.786" v="8786" actId="113"/>
          <ac:spMkLst>
            <pc:docMk/>
            <pc:sldMk cId="4166626797" sldId="256"/>
            <ac:spMk id="10" creationId="{387B2713-FCB7-4D19-9761-EF7DDE5EC02F}"/>
          </ac:spMkLst>
        </pc:spChg>
        <pc:spChg chg="add del mod">
          <ac:chgData name="Hawwa Sherin" userId="26b5e3f5-03c5-42cb-84fb-cf492e48e730" providerId="ADAL" clId="{11805B29-4BF0-461E-B91C-6CF7E3A64633}" dt="2025-11-25T09:28:22.083" v="269" actId="478"/>
          <ac:spMkLst>
            <pc:docMk/>
            <pc:sldMk cId="4166626797" sldId="256"/>
            <ac:spMk id="12" creationId="{FFE87182-4E17-40FC-B4BF-08EEFD3201CD}"/>
          </ac:spMkLst>
        </pc:spChg>
        <pc:spChg chg="add del mod">
          <ac:chgData name="Hawwa Sherin" userId="26b5e3f5-03c5-42cb-84fb-cf492e48e730" providerId="ADAL" clId="{11805B29-4BF0-461E-B91C-6CF7E3A64633}" dt="2025-11-25T09:33:08.070" v="416" actId="21"/>
          <ac:spMkLst>
            <pc:docMk/>
            <pc:sldMk cId="4166626797" sldId="256"/>
            <ac:spMk id="13" creationId="{6BCDC057-AB1E-4430-9248-A40697FDCF4A}"/>
          </ac:spMkLst>
        </pc:spChg>
        <pc:spChg chg="add mod">
          <ac:chgData name="Hawwa Sherin" userId="26b5e3f5-03c5-42cb-84fb-cf492e48e730" providerId="ADAL" clId="{11805B29-4BF0-461E-B91C-6CF7E3A64633}" dt="2025-11-29T14:00:45.361" v="8696" actId="207"/>
          <ac:spMkLst>
            <pc:docMk/>
            <pc:sldMk cId="4166626797" sldId="256"/>
            <ac:spMk id="14" creationId="{78A212EF-CEA4-4342-942F-18D843306CC9}"/>
          </ac:spMkLst>
        </pc:spChg>
        <pc:spChg chg="add mod">
          <ac:chgData name="Hawwa Sherin" userId="26b5e3f5-03c5-42cb-84fb-cf492e48e730" providerId="ADAL" clId="{11805B29-4BF0-461E-B91C-6CF7E3A64633}" dt="2025-11-29T14:05:59.385" v="8819" actId="20577"/>
          <ac:spMkLst>
            <pc:docMk/>
            <pc:sldMk cId="4166626797" sldId="256"/>
            <ac:spMk id="15" creationId="{D6D76A02-CFCD-4028-A553-E6643C2AB877}"/>
          </ac:spMkLst>
        </pc:spChg>
        <pc:spChg chg="add mod">
          <ac:chgData name="Hawwa Sherin" userId="26b5e3f5-03c5-42cb-84fb-cf492e48e730" providerId="ADAL" clId="{11805B29-4BF0-461E-B91C-6CF7E3A64633}" dt="2025-11-29T13:57:08.471" v="8671" actId="208"/>
          <ac:spMkLst>
            <pc:docMk/>
            <pc:sldMk cId="4166626797" sldId="256"/>
            <ac:spMk id="16" creationId="{BFC67CEF-74E5-4A0E-B103-D2E5C7522D85}"/>
          </ac:spMkLst>
        </pc:spChg>
        <pc:spChg chg="add mod">
          <ac:chgData name="Hawwa Sherin" userId="26b5e3f5-03c5-42cb-84fb-cf492e48e730" providerId="ADAL" clId="{11805B29-4BF0-461E-B91C-6CF7E3A64633}" dt="2025-11-29T13:57:12.020" v="8672" actId="208"/>
          <ac:spMkLst>
            <pc:docMk/>
            <pc:sldMk cId="4166626797" sldId="256"/>
            <ac:spMk id="17" creationId="{73521EB2-1F94-41E0-BB3D-5131F96E38E4}"/>
          </ac:spMkLst>
        </pc:spChg>
        <pc:spChg chg="add mod">
          <ac:chgData name="Hawwa Sherin" userId="26b5e3f5-03c5-42cb-84fb-cf492e48e730" providerId="ADAL" clId="{11805B29-4BF0-461E-B91C-6CF7E3A64633}" dt="2025-11-29T13:58:55.912" v="8680" actId="255"/>
          <ac:spMkLst>
            <pc:docMk/>
            <pc:sldMk cId="4166626797" sldId="256"/>
            <ac:spMk id="35" creationId="{96424F95-17BE-4640-8D4B-DB88E15981A7}"/>
          </ac:spMkLst>
        </pc:spChg>
        <pc:graphicFrameChg chg="del modGraphic">
          <ac:chgData name="Hawwa Sherin" userId="26b5e3f5-03c5-42cb-84fb-cf492e48e730" providerId="ADAL" clId="{11805B29-4BF0-461E-B91C-6CF7E3A64633}" dt="2025-11-19T18:37:12.711" v="9" actId="478"/>
          <ac:graphicFrameMkLst>
            <pc:docMk/>
            <pc:sldMk cId="4166626797" sldId="256"/>
            <ac:graphicFrameMk id="4" creationId="{718936A5-3BB2-1563-A573-B4EE0303FF0C}"/>
          </ac:graphicFrameMkLst>
        </pc:graphicFrameChg>
        <pc:graphicFrameChg chg="add mod modGraphic">
          <ac:chgData name="Hawwa Sherin" userId="26b5e3f5-03c5-42cb-84fb-cf492e48e730" providerId="ADAL" clId="{11805B29-4BF0-461E-B91C-6CF7E3A64633}" dt="2025-11-29T13:12:55.377" v="8653" actId="20577"/>
          <ac:graphicFrameMkLst>
            <pc:docMk/>
            <pc:sldMk cId="4166626797" sldId="256"/>
            <ac:graphicFrameMk id="18" creationId="{F29BE873-9463-41D5-ACBF-2C8CB06495BC}"/>
          </ac:graphicFrameMkLst>
        </pc:graphicFrameChg>
        <pc:graphicFrameChg chg="add del mod modGraphic">
          <ac:chgData name="Hawwa Sherin" userId="26b5e3f5-03c5-42cb-84fb-cf492e48e730" providerId="ADAL" clId="{11805B29-4BF0-461E-B91C-6CF7E3A64633}" dt="2025-11-26T20:32:05.971" v="2377" actId="478"/>
          <ac:graphicFrameMkLst>
            <pc:docMk/>
            <pc:sldMk cId="4166626797" sldId="256"/>
            <ac:graphicFrameMk id="19" creationId="{6735C631-6951-4C2C-B6AA-9BA3C64827BD}"/>
          </ac:graphicFrameMkLst>
        </pc:graphicFrameChg>
        <pc:graphicFrameChg chg="add mod modGraphic">
          <ac:chgData name="Hawwa Sherin" userId="26b5e3f5-03c5-42cb-84fb-cf492e48e730" providerId="ADAL" clId="{11805B29-4BF0-461E-B91C-6CF7E3A64633}" dt="2025-11-29T12:01:49.743" v="8113" actId="20577"/>
          <ac:graphicFrameMkLst>
            <pc:docMk/>
            <pc:sldMk cId="4166626797" sldId="256"/>
            <ac:graphicFrameMk id="24" creationId="{22B5C16F-0B85-4A84-91FE-32E41DFAF83E}"/>
          </ac:graphicFrameMkLst>
        </pc:graphicFrameChg>
        <pc:picChg chg="add del mod">
          <ac:chgData name="Hawwa Sherin" userId="26b5e3f5-03c5-42cb-84fb-cf492e48e730" providerId="ADAL" clId="{11805B29-4BF0-461E-B91C-6CF7E3A64633}" dt="2025-11-29T12:53:46.320" v="8155" actId="478"/>
          <ac:picMkLst>
            <pc:docMk/>
            <pc:sldMk cId="4166626797" sldId="256"/>
            <ac:picMk id="21" creationId="{CE7841E0-7E77-4CA7-AEBC-77DB959E576E}"/>
          </ac:picMkLst>
        </pc:picChg>
        <pc:picChg chg="add del mod">
          <ac:chgData name="Hawwa Sherin" userId="26b5e3f5-03c5-42cb-84fb-cf492e48e730" providerId="ADAL" clId="{11805B29-4BF0-461E-B91C-6CF7E3A64633}" dt="2025-11-29T12:54:04.652" v="8163" actId="478"/>
          <ac:picMkLst>
            <pc:docMk/>
            <pc:sldMk cId="4166626797" sldId="256"/>
            <ac:picMk id="23" creationId="{78C51654-C2DA-489B-912F-FD6B5D7FC6AF}"/>
          </ac:picMkLst>
        </pc:picChg>
        <pc:picChg chg="add mod">
          <ac:chgData name="Hawwa Sherin" userId="26b5e3f5-03c5-42cb-84fb-cf492e48e730" providerId="ADAL" clId="{11805B29-4BF0-461E-B91C-6CF7E3A64633}" dt="2025-11-29T13:59:53.646" v="8681" actId="14100"/>
          <ac:picMkLst>
            <pc:docMk/>
            <pc:sldMk cId="4166626797" sldId="256"/>
            <ac:picMk id="26" creationId="{9DC10EAD-E6D8-4902-A0C1-DE13A943A199}"/>
          </ac:picMkLst>
        </pc:picChg>
        <pc:picChg chg="add del mod">
          <ac:chgData name="Hawwa Sherin" userId="26b5e3f5-03c5-42cb-84fb-cf492e48e730" providerId="ADAL" clId="{11805B29-4BF0-461E-B91C-6CF7E3A64633}" dt="2025-11-29T12:50:33.720" v="8114" actId="478"/>
          <ac:picMkLst>
            <pc:docMk/>
            <pc:sldMk cId="4166626797" sldId="256"/>
            <ac:picMk id="28" creationId="{2F18532B-F3A0-4B17-B1E2-C9C8F2A00141}"/>
          </ac:picMkLst>
        </pc:picChg>
        <pc:picChg chg="add mod">
          <ac:chgData name="Hawwa Sherin" userId="26b5e3f5-03c5-42cb-84fb-cf492e48e730" providerId="ADAL" clId="{11805B29-4BF0-461E-B91C-6CF7E3A64633}" dt="2025-11-29T13:58:07.869" v="8676" actId="208"/>
          <ac:picMkLst>
            <pc:docMk/>
            <pc:sldMk cId="4166626797" sldId="256"/>
            <ac:picMk id="30" creationId="{5241E702-2D86-47FD-AC23-C580525F1CFE}"/>
          </ac:picMkLst>
        </pc:picChg>
        <pc:picChg chg="add mod">
          <ac:chgData name="Hawwa Sherin" userId="26b5e3f5-03c5-42cb-84fb-cf492e48e730" providerId="ADAL" clId="{11805B29-4BF0-461E-B91C-6CF7E3A64633}" dt="2025-11-29T13:58:17.684" v="8677" actId="208"/>
          <ac:picMkLst>
            <pc:docMk/>
            <pc:sldMk cId="4166626797" sldId="256"/>
            <ac:picMk id="32" creationId="{D762C781-1C1B-4A9B-9947-719447FFD7F6}"/>
          </ac:picMkLst>
        </pc:picChg>
        <pc:picChg chg="add mod">
          <ac:chgData name="Hawwa Sherin" userId="26b5e3f5-03c5-42cb-84fb-cf492e48e730" providerId="ADAL" clId="{11805B29-4BF0-461E-B91C-6CF7E3A64633}" dt="2025-11-29T13:58:20.661" v="8678" actId="208"/>
          <ac:picMkLst>
            <pc:docMk/>
            <pc:sldMk cId="4166626797" sldId="256"/>
            <ac:picMk id="34" creationId="{8BF420C3-7BF0-4626-B0F3-D8D03B0B75F3}"/>
          </ac:picMkLst>
        </pc:picChg>
      </pc:sldChg>
    </pc:docChg>
  </pc:docChgLst>
  <pc:docChgLst>
    <pc:chgData name="Hawwa Sherin" userId="S::has00699@students.stir.ac.uk::26b5e3f5-03c5-42cb-84fb-cf492e48e730" providerId="AD" clId="Web-{7F3B5140-E4EC-799E-BA3A-F6ACE5FAF7BB}"/>
    <pc:docChg chg="mod modSld addMainMaster delMainMaster modMainMaster setSldSz">
      <pc:chgData name="Hawwa Sherin" userId="S::has00699@students.stir.ac.uk::26b5e3f5-03c5-42cb-84fb-cf492e48e730" providerId="AD" clId="Web-{7F3B5140-E4EC-799E-BA3A-F6ACE5FAF7BB}" dt="2025-11-19T18:28:28.113" v="38"/>
      <pc:docMkLst>
        <pc:docMk/>
      </pc:docMkLst>
      <pc:sldChg chg="addSp modSp mod modClrScheme chgLayout">
        <pc:chgData name="Hawwa Sherin" userId="S::has00699@students.stir.ac.uk::26b5e3f5-03c5-42cb-84fb-cf492e48e730" providerId="AD" clId="Web-{7F3B5140-E4EC-799E-BA3A-F6ACE5FAF7BB}" dt="2025-11-19T18:28:28.113" v="38"/>
        <pc:sldMkLst>
          <pc:docMk/>
          <pc:sldMk cId="4166626797" sldId="256"/>
        </pc:sldMkLst>
        <pc:spChg chg="mod ord">
          <ac:chgData name="Hawwa Sherin" userId="S::has00699@students.stir.ac.uk::26b5e3f5-03c5-42cb-84fb-cf492e48e730" providerId="AD" clId="Web-{7F3B5140-E4EC-799E-BA3A-F6ACE5FAF7BB}" dt="2025-11-19T18:22:18.665" v="20" actId="20577"/>
          <ac:spMkLst>
            <pc:docMk/>
            <pc:sldMk cId="4166626797" sldId="256"/>
            <ac:spMk id="2" creationId="{A5C388EB-D50C-4AC0-8CB3-9F6729ACD87E}"/>
          </ac:spMkLst>
        </pc:spChg>
        <pc:spChg chg="mod ord">
          <ac:chgData name="Hawwa Sherin" userId="S::has00699@students.stir.ac.uk::26b5e3f5-03c5-42cb-84fb-cf492e48e730" providerId="AD" clId="Web-{7F3B5140-E4EC-799E-BA3A-F6ACE5FAF7BB}" dt="2025-11-19T18:22:40.603" v="22" actId="1076"/>
          <ac:spMkLst>
            <pc:docMk/>
            <pc:sldMk cId="4166626797" sldId="256"/>
            <ac:spMk id="3" creationId="{78D4EBE6-E231-4201-864A-E3565940F25F}"/>
          </ac:spMkLst>
        </pc:spChg>
        <pc:graphicFrameChg chg="add mod modGraphic">
          <ac:chgData name="Hawwa Sherin" userId="S::has00699@students.stir.ac.uk::26b5e3f5-03c5-42cb-84fb-cf492e48e730" providerId="AD" clId="Web-{7F3B5140-E4EC-799E-BA3A-F6ACE5FAF7BB}" dt="2025-11-19T18:28:28.113" v="38"/>
          <ac:graphicFrameMkLst>
            <pc:docMk/>
            <pc:sldMk cId="4166626797" sldId="256"/>
            <ac:graphicFrameMk id="4" creationId="{718936A5-3BB2-1563-A573-B4EE0303FF0C}"/>
          </ac:graphicFrameMkLst>
        </pc:graphicFrameChg>
      </pc:sldChg>
      <pc:sldMasterChg chg="modSp del delSldLayout modSldLayout">
        <pc:chgData name="Hawwa Sherin" userId="S::has00699@students.stir.ac.uk::26b5e3f5-03c5-42cb-84fb-cf492e48e730" providerId="AD" clId="Web-{7F3B5140-E4EC-799E-BA3A-F6ACE5FAF7BB}" dt="2025-11-19T18:20:47.301" v="10"/>
        <pc:sldMasterMkLst>
          <pc:docMk/>
          <pc:sldMasterMk cId="4252014384" sldId="2147483648"/>
        </pc:sldMasterMkLst>
        <pc:spChg chg="mod">
          <ac:chgData name="Hawwa Sherin" userId="S::has00699@students.stir.ac.uk::26b5e3f5-03c5-42cb-84fb-cf492e48e730" providerId="AD" clId="Web-{7F3B5140-E4EC-799E-BA3A-F6ACE5FAF7BB}" dt="2025-11-19T18:20:47.208" v="9"/>
          <ac:spMkLst>
            <pc:docMk/>
            <pc:sldMasterMk cId="4252014384" sldId="2147483648"/>
            <ac:spMk id="2" creationId="{688180D9-784E-47AB-8004-4D11D8A3F14B}"/>
          </ac:spMkLst>
        </pc:spChg>
        <pc:spChg chg="mod">
          <ac:chgData name="Hawwa Sherin" userId="S::has00699@students.stir.ac.uk::26b5e3f5-03c5-42cb-84fb-cf492e48e730" providerId="AD" clId="Web-{7F3B5140-E4EC-799E-BA3A-F6ACE5FAF7BB}" dt="2025-11-19T18:20:47.208" v="9"/>
          <ac:spMkLst>
            <pc:docMk/>
            <pc:sldMasterMk cId="4252014384" sldId="2147483648"/>
            <ac:spMk id="3" creationId="{6FA1477E-BC45-44EE-8BC7-535AD2085080}"/>
          </ac:spMkLst>
        </pc:spChg>
        <pc:spChg chg="mod">
          <ac:chgData name="Hawwa Sherin" userId="S::has00699@students.stir.ac.uk::26b5e3f5-03c5-42cb-84fb-cf492e48e730" providerId="AD" clId="Web-{7F3B5140-E4EC-799E-BA3A-F6ACE5FAF7BB}" dt="2025-11-19T18:20:47.208" v="9"/>
          <ac:spMkLst>
            <pc:docMk/>
            <pc:sldMasterMk cId="4252014384" sldId="2147483648"/>
            <ac:spMk id="4" creationId="{46CB2B51-CEC3-4F1E-8805-849F9740560B}"/>
          </ac:spMkLst>
        </pc:spChg>
        <pc:spChg chg="mod">
          <ac:chgData name="Hawwa Sherin" userId="S::has00699@students.stir.ac.uk::26b5e3f5-03c5-42cb-84fb-cf492e48e730" providerId="AD" clId="Web-{7F3B5140-E4EC-799E-BA3A-F6ACE5FAF7BB}" dt="2025-11-19T18:20:47.208" v="9"/>
          <ac:spMkLst>
            <pc:docMk/>
            <pc:sldMasterMk cId="4252014384" sldId="2147483648"/>
            <ac:spMk id="5" creationId="{519E96CC-D0BB-44B0-B652-64BC1F106978}"/>
          </ac:spMkLst>
        </pc:spChg>
        <pc:spChg chg="mod">
          <ac:chgData name="Hawwa Sherin" userId="S::has00699@students.stir.ac.uk::26b5e3f5-03c5-42cb-84fb-cf492e48e730" providerId="AD" clId="Web-{7F3B5140-E4EC-799E-BA3A-F6ACE5FAF7BB}" dt="2025-11-19T18:20:47.208" v="9"/>
          <ac:spMkLst>
            <pc:docMk/>
            <pc:sldMasterMk cId="4252014384" sldId="2147483648"/>
            <ac:spMk id="6" creationId="{052FCF58-C252-40A8-AF0F-BC2A3784916A}"/>
          </ac:spMkLst>
        </pc:spChg>
        <pc:sldLayoutChg chg="modSp del">
          <pc:chgData name="Hawwa Sherin" userId="S::has00699@students.stir.ac.uk::26b5e3f5-03c5-42cb-84fb-cf492e48e730" providerId="AD" clId="Web-{7F3B5140-E4EC-799E-BA3A-F6ACE5FAF7BB}" dt="2025-11-19T18:20:47.301" v="10"/>
          <pc:sldLayoutMkLst>
            <pc:docMk/>
            <pc:sldMasterMk cId="4252014384" sldId="2147483648"/>
            <pc:sldLayoutMk cId="710519965" sldId="2147483649"/>
          </pc:sldLayoutMkLst>
          <pc:spChg chg="mod">
            <ac:chgData name="Hawwa Sherin" userId="S::has00699@students.stir.ac.uk::26b5e3f5-03c5-42cb-84fb-cf492e48e730" providerId="AD" clId="Web-{7F3B5140-E4EC-799E-BA3A-F6ACE5FAF7BB}" dt="2025-11-19T18:20:47.208" v="9"/>
            <ac:spMkLst>
              <pc:docMk/>
              <pc:sldMasterMk cId="4252014384" sldId="2147483648"/>
              <pc:sldLayoutMk cId="710519965" sldId="2147483649"/>
              <ac:spMk id="2" creationId="{76134EBE-AF72-4602-B974-90458075E715}"/>
            </ac:spMkLst>
          </pc:spChg>
          <pc:spChg chg="mod">
            <ac:chgData name="Hawwa Sherin" userId="S::has00699@students.stir.ac.uk::26b5e3f5-03c5-42cb-84fb-cf492e48e730" providerId="AD" clId="Web-{7F3B5140-E4EC-799E-BA3A-F6ACE5FAF7BB}" dt="2025-11-19T18:20:47.208" v="9"/>
            <ac:spMkLst>
              <pc:docMk/>
              <pc:sldMasterMk cId="4252014384" sldId="2147483648"/>
              <pc:sldLayoutMk cId="710519965" sldId="2147483649"/>
              <ac:spMk id="3" creationId="{44C7E4FB-9A2B-4555-8537-6A84664293E8}"/>
            </ac:spMkLst>
          </pc:spChg>
        </pc:sldLayoutChg>
        <pc:sldLayoutChg chg="del">
          <pc:chgData name="Hawwa Sherin" userId="S::has00699@students.stir.ac.uk::26b5e3f5-03c5-42cb-84fb-cf492e48e730" providerId="AD" clId="Web-{7F3B5140-E4EC-799E-BA3A-F6ACE5FAF7BB}" dt="2025-11-19T18:20:47.301" v="10"/>
          <pc:sldLayoutMkLst>
            <pc:docMk/>
            <pc:sldMasterMk cId="4252014384" sldId="2147483648"/>
            <pc:sldLayoutMk cId="2978984375" sldId="2147483650"/>
          </pc:sldLayoutMkLst>
        </pc:sldLayoutChg>
        <pc:sldLayoutChg chg="modSp del">
          <pc:chgData name="Hawwa Sherin" userId="S::has00699@students.stir.ac.uk::26b5e3f5-03c5-42cb-84fb-cf492e48e730" providerId="AD" clId="Web-{7F3B5140-E4EC-799E-BA3A-F6ACE5FAF7BB}" dt="2025-11-19T18:20:47.301" v="10"/>
          <pc:sldLayoutMkLst>
            <pc:docMk/>
            <pc:sldMasterMk cId="4252014384" sldId="2147483648"/>
            <pc:sldLayoutMk cId="2248415125" sldId="2147483651"/>
          </pc:sldLayoutMkLst>
          <pc:spChg chg="mod">
            <ac:chgData name="Hawwa Sherin" userId="S::has00699@students.stir.ac.uk::26b5e3f5-03c5-42cb-84fb-cf492e48e730" providerId="AD" clId="Web-{7F3B5140-E4EC-799E-BA3A-F6ACE5FAF7BB}" dt="2025-11-19T18:20:47.208" v="9"/>
            <ac:spMkLst>
              <pc:docMk/>
              <pc:sldMasterMk cId="4252014384" sldId="2147483648"/>
              <pc:sldLayoutMk cId="2248415125" sldId="2147483651"/>
              <ac:spMk id="2" creationId="{3ECD1448-EA4A-44E4-854C-A29B7D3C60D3}"/>
            </ac:spMkLst>
          </pc:spChg>
          <pc:spChg chg="mod">
            <ac:chgData name="Hawwa Sherin" userId="S::has00699@students.stir.ac.uk::26b5e3f5-03c5-42cb-84fb-cf492e48e730" providerId="AD" clId="Web-{7F3B5140-E4EC-799E-BA3A-F6ACE5FAF7BB}" dt="2025-11-19T18:20:47.208" v="9"/>
            <ac:spMkLst>
              <pc:docMk/>
              <pc:sldMasterMk cId="4252014384" sldId="2147483648"/>
              <pc:sldLayoutMk cId="2248415125" sldId="2147483651"/>
              <ac:spMk id="3" creationId="{6DA3B426-7573-4287-AC8C-94D3687C82FC}"/>
            </ac:spMkLst>
          </pc:spChg>
        </pc:sldLayoutChg>
        <pc:sldLayoutChg chg="modSp del">
          <pc:chgData name="Hawwa Sherin" userId="S::has00699@students.stir.ac.uk::26b5e3f5-03c5-42cb-84fb-cf492e48e730" providerId="AD" clId="Web-{7F3B5140-E4EC-799E-BA3A-F6ACE5FAF7BB}" dt="2025-11-19T18:20:47.301" v="10"/>
          <pc:sldLayoutMkLst>
            <pc:docMk/>
            <pc:sldMasterMk cId="4252014384" sldId="2147483648"/>
            <pc:sldLayoutMk cId="2829159351" sldId="2147483652"/>
          </pc:sldLayoutMkLst>
          <pc:spChg chg="mod">
            <ac:chgData name="Hawwa Sherin" userId="S::has00699@students.stir.ac.uk::26b5e3f5-03c5-42cb-84fb-cf492e48e730" providerId="AD" clId="Web-{7F3B5140-E4EC-799E-BA3A-F6ACE5FAF7BB}" dt="2025-11-19T18:20:47.208" v="9"/>
            <ac:spMkLst>
              <pc:docMk/>
              <pc:sldMasterMk cId="4252014384" sldId="2147483648"/>
              <pc:sldLayoutMk cId="2829159351" sldId="2147483652"/>
              <ac:spMk id="3" creationId="{DEA6FF1F-D076-4DA3-AF5D-4D3539A98E21}"/>
            </ac:spMkLst>
          </pc:spChg>
          <pc:spChg chg="mod">
            <ac:chgData name="Hawwa Sherin" userId="S::has00699@students.stir.ac.uk::26b5e3f5-03c5-42cb-84fb-cf492e48e730" providerId="AD" clId="Web-{7F3B5140-E4EC-799E-BA3A-F6ACE5FAF7BB}" dt="2025-11-19T18:20:47.208" v="9"/>
            <ac:spMkLst>
              <pc:docMk/>
              <pc:sldMasterMk cId="4252014384" sldId="2147483648"/>
              <pc:sldLayoutMk cId="2829159351" sldId="2147483652"/>
              <ac:spMk id="4" creationId="{66515023-6258-4488-BA82-9E1CBA236226}"/>
            </ac:spMkLst>
          </pc:spChg>
        </pc:sldLayoutChg>
        <pc:sldLayoutChg chg="modSp del">
          <pc:chgData name="Hawwa Sherin" userId="S::has00699@students.stir.ac.uk::26b5e3f5-03c5-42cb-84fb-cf492e48e730" providerId="AD" clId="Web-{7F3B5140-E4EC-799E-BA3A-F6ACE5FAF7BB}" dt="2025-11-19T18:20:47.301" v="10"/>
          <pc:sldLayoutMkLst>
            <pc:docMk/>
            <pc:sldMasterMk cId="4252014384" sldId="2147483648"/>
            <pc:sldLayoutMk cId="4257401660" sldId="2147483653"/>
          </pc:sldLayoutMkLst>
          <pc:spChg chg="mod">
            <ac:chgData name="Hawwa Sherin" userId="S::has00699@students.stir.ac.uk::26b5e3f5-03c5-42cb-84fb-cf492e48e730" providerId="AD" clId="Web-{7F3B5140-E4EC-799E-BA3A-F6ACE5FAF7BB}" dt="2025-11-19T18:20:47.208" v="9"/>
            <ac:spMkLst>
              <pc:docMk/>
              <pc:sldMasterMk cId="4252014384" sldId="2147483648"/>
              <pc:sldLayoutMk cId="4257401660" sldId="2147483653"/>
              <ac:spMk id="2" creationId="{5723FB33-5C77-4388-B35E-29AE78634B58}"/>
            </ac:spMkLst>
          </pc:spChg>
          <pc:spChg chg="mod">
            <ac:chgData name="Hawwa Sherin" userId="S::has00699@students.stir.ac.uk::26b5e3f5-03c5-42cb-84fb-cf492e48e730" providerId="AD" clId="Web-{7F3B5140-E4EC-799E-BA3A-F6ACE5FAF7BB}" dt="2025-11-19T18:20:47.208" v="9"/>
            <ac:spMkLst>
              <pc:docMk/>
              <pc:sldMasterMk cId="4252014384" sldId="2147483648"/>
              <pc:sldLayoutMk cId="4257401660" sldId="2147483653"/>
              <ac:spMk id="3" creationId="{EBE0FD80-D9DB-4A3B-81FC-086C23A1C33C}"/>
            </ac:spMkLst>
          </pc:spChg>
          <pc:spChg chg="mod">
            <ac:chgData name="Hawwa Sherin" userId="S::has00699@students.stir.ac.uk::26b5e3f5-03c5-42cb-84fb-cf492e48e730" providerId="AD" clId="Web-{7F3B5140-E4EC-799E-BA3A-F6ACE5FAF7BB}" dt="2025-11-19T18:20:47.208" v="9"/>
            <ac:spMkLst>
              <pc:docMk/>
              <pc:sldMasterMk cId="4252014384" sldId="2147483648"/>
              <pc:sldLayoutMk cId="4257401660" sldId="2147483653"/>
              <ac:spMk id="4" creationId="{2F9F326F-188B-4C0E-B42B-5189E8B0B606}"/>
            </ac:spMkLst>
          </pc:spChg>
          <pc:spChg chg="mod">
            <ac:chgData name="Hawwa Sherin" userId="S::has00699@students.stir.ac.uk::26b5e3f5-03c5-42cb-84fb-cf492e48e730" providerId="AD" clId="Web-{7F3B5140-E4EC-799E-BA3A-F6ACE5FAF7BB}" dt="2025-11-19T18:20:47.208" v="9"/>
            <ac:spMkLst>
              <pc:docMk/>
              <pc:sldMasterMk cId="4252014384" sldId="2147483648"/>
              <pc:sldLayoutMk cId="4257401660" sldId="2147483653"/>
              <ac:spMk id="5" creationId="{A1138335-F969-4DC1-8BCC-3F0A94409F5A}"/>
            </ac:spMkLst>
          </pc:spChg>
          <pc:spChg chg="mod">
            <ac:chgData name="Hawwa Sherin" userId="S::has00699@students.stir.ac.uk::26b5e3f5-03c5-42cb-84fb-cf492e48e730" providerId="AD" clId="Web-{7F3B5140-E4EC-799E-BA3A-F6ACE5FAF7BB}" dt="2025-11-19T18:20:47.208" v="9"/>
            <ac:spMkLst>
              <pc:docMk/>
              <pc:sldMasterMk cId="4252014384" sldId="2147483648"/>
              <pc:sldLayoutMk cId="4257401660" sldId="2147483653"/>
              <ac:spMk id="6" creationId="{8F92BB43-1779-427D-8051-9F3667062BCC}"/>
            </ac:spMkLst>
          </pc:spChg>
        </pc:sldLayoutChg>
        <pc:sldLayoutChg chg="del">
          <pc:chgData name="Hawwa Sherin" userId="S::has00699@students.stir.ac.uk::26b5e3f5-03c5-42cb-84fb-cf492e48e730" providerId="AD" clId="Web-{7F3B5140-E4EC-799E-BA3A-F6ACE5FAF7BB}" dt="2025-11-19T18:20:47.301" v="10"/>
          <pc:sldLayoutMkLst>
            <pc:docMk/>
            <pc:sldMasterMk cId="4252014384" sldId="2147483648"/>
            <pc:sldLayoutMk cId="2517908837" sldId="2147483654"/>
          </pc:sldLayoutMkLst>
        </pc:sldLayoutChg>
        <pc:sldLayoutChg chg="del">
          <pc:chgData name="Hawwa Sherin" userId="S::has00699@students.stir.ac.uk::26b5e3f5-03c5-42cb-84fb-cf492e48e730" providerId="AD" clId="Web-{7F3B5140-E4EC-799E-BA3A-F6ACE5FAF7BB}" dt="2025-11-19T18:20:47.301" v="10"/>
          <pc:sldLayoutMkLst>
            <pc:docMk/>
            <pc:sldMasterMk cId="4252014384" sldId="2147483648"/>
            <pc:sldLayoutMk cId="2583577820" sldId="2147483655"/>
          </pc:sldLayoutMkLst>
        </pc:sldLayoutChg>
        <pc:sldLayoutChg chg="modSp del">
          <pc:chgData name="Hawwa Sherin" userId="S::has00699@students.stir.ac.uk::26b5e3f5-03c5-42cb-84fb-cf492e48e730" providerId="AD" clId="Web-{7F3B5140-E4EC-799E-BA3A-F6ACE5FAF7BB}" dt="2025-11-19T18:20:47.301" v="10"/>
          <pc:sldLayoutMkLst>
            <pc:docMk/>
            <pc:sldMasterMk cId="4252014384" sldId="2147483648"/>
            <pc:sldLayoutMk cId="1298586095" sldId="2147483656"/>
          </pc:sldLayoutMkLst>
          <pc:spChg chg="mod">
            <ac:chgData name="Hawwa Sherin" userId="S::has00699@students.stir.ac.uk::26b5e3f5-03c5-42cb-84fb-cf492e48e730" providerId="AD" clId="Web-{7F3B5140-E4EC-799E-BA3A-F6ACE5FAF7BB}" dt="2025-11-19T18:20:47.208" v="9"/>
            <ac:spMkLst>
              <pc:docMk/>
              <pc:sldMasterMk cId="4252014384" sldId="2147483648"/>
              <pc:sldLayoutMk cId="1298586095" sldId="2147483656"/>
              <ac:spMk id="2" creationId="{0125D454-B277-49D9-8762-37DB3027C353}"/>
            </ac:spMkLst>
          </pc:spChg>
          <pc:spChg chg="mod">
            <ac:chgData name="Hawwa Sherin" userId="S::has00699@students.stir.ac.uk::26b5e3f5-03c5-42cb-84fb-cf492e48e730" providerId="AD" clId="Web-{7F3B5140-E4EC-799E-BA3A-F6ACE5FAF7BB}" dt="2025-11-19T18:20:47.208" v="9"/>
            <ac:spMkLst>
              <pc:docMk/>
              <pc:sldMasterMk cId="4252014384" sldId="2147483648"/>
              <pc:sldLayoutMk cId="1298586095" sldId="2147483656"/>
              <ac:spMk id="3" creationId="{AA288AF3-52E1-4A4E-85BE-3402D5FCB07B}"/>
            </ac:spMkLst>
          </pc:spChg>
          <pc:spChg chg="mod">
            <ac:chgData name="Hawwa Sherin" userId="S::has00699@students.stir.ac.uk::26b5e3f5-03c5-42cb-84fb-cf492e48e730" providerId="AD" clId="Web-{7F3B5140-E4EC-799E-BA3A-F6ACE5FAF7BB}" dt="2025-11-19T18:20:47.208" v="9"/>
            <ac:spMkLst>
              <pc:docMk/>
              <pc:sldMasterMk cId="4252014384" sldId="2147483648"/>
              <pc:sldLayoutMk cId="1298586095" sldId="2147483656"/>
              <ac:spMk id="4" creationId="{E13062F4-8EBA-4144-8C4A-F0B2D4AD853D}"/>
            </ac:spMkLst>
          </pc:spChg>
        </pc:sldLayoutChg>
        <pc:sldLayoutChg chg="modSp del">
          <pc:chgData name="Hawwa Sherin" userId="S::has00699@students.stir.ac.uk::26b5e3f5-03c5-42cb-84fb-cf492e48e730" providerId="AD" clId="Web-{7F3B5140-E4EC-799E-BA3A-F6ACE5FAF7BB}" dt="2025-11-19T18:20:47.301" v="10"/>
          <pc:sldLayoutMkLst>
            <pc:docMk/>
            <pc:sldMasterMk cId="4252014384" sldId="2147483648"/>
            <pc:sldLayoutMk cId="1848106144" sldId="2147483657"/>
          </pc:sldLayoutMkLst>
          <pc:spChg chg="mod">
            <ac:chgData name="Hawwa Sherin" userId="S::has00699@students.stir.ac.uk::26b5e3f5-03c5-42cb-84fb-cf492e48e730" providerId="AD" clId="Web-{7F3B5140-E4EC-799E-BA3A-F6ACE5FAF7BB}" dt="2025-11-19T18:20:47.208" v="9"/>
            <ac:spMkLst>
              <pc:docMk/>
              <pc:sldMasterMk cId="4252014384" sldId="2147483648"/>
              <pc:sldLayoutMk cId="1848106144" sldId="2147483657"/>
              <ac:spMk id="2" creationId="{442E1404-DE59-4437-B005-4FBFD3F4B18E}"/>
            </ac:spMkLst>
          </pc:spChg>
          <pc:spChg chg="mod">
            <ac:chgData name="Hawwa Sherin" userId="S::has00699@students.stir.ac.uk::26b5e3f5-03c5-42cb-84fb-cf492e48e730" providerId="AD" clId="Web-{7F3B5140-E4EC-799E-BA3A-F6ACE5FAF7BB}" dt="2025-11-19T18:20:47.208" v="9"/>
            <ac:spMkLst>
              <pc:docMk/>
              <pc:sldMasterMk cId="4252014384" sldId="2147483648"/>
              <pc:sldLayoutMk cId="1848106144" sldId="2147483657"/>
              <ac:spMk id="3" creationId="{9FA9D154-D499-4C35-913B-CC7794B2D8C9}"/>
            </ac:spMkLst>
          </pc:spChg>
          <pc:spChg chg="mod">
            <ac:chgData name="Hawwa Sherin" userId="S::has00699@students.stir.ac.uk::26b5e3f5-03c5-42cb-84fb-cf492e48e730" providerId="AD" clId="Web-{7F3B5140-E4EC-799E-BA3A-F6ACE5FAF7BB}" dt="2025-11-19T18:20:47.208" v="9"/>
            <ac:spMkLst>
              <pc:docMk/>
              <pc:sldMasterMk cId="4252014384" sldId="2147483648"/>
              <pc:sldLayoutMk cId="1848106144" sldId="2147483657"/>
              <ac:spMk id="4" creationId="{531DA1E7-C0BC-4728-9C15-3D7936FA225A}"/>
            </ac:spMkLst>
          </pc:spChg>
        </pc:sldLayoutChg>
        <pc:sldLayoutChg chg="del">
          <pc:chgData name="Hawwa Sherin" userId="S::has00699@students.stir.ac.uk::26b5e3f5-03c5-42cb-84fb-cf492e48e730" providerId="AD" clId="Web-{7F3B5140-E4EC-799E-BA3A-F6ACE5FAF7BB}" dt="2025-11-19T18:20:47.301" v="10"/>
          <pc:sldLayoutMkLst>
            <pc:docMk/>
            <pc:sldMasterMk cId="4252014384" sldId="2147483648"/>
            <pc:sldLayoutMk cId="3354537732" sldId="2147483658"/>
          </pc:sldLayoutMkLst>
        </pc:sldLayoutChg>
        <pc:sldLayoutChg chg="modSp del">
          <pc:chgData name="Hawwa Sherin" userId="S::has00699@students.stir.ac.uk::26b5e3f5-03c5-42cb-84fb-cf492e48e730" providerId="AD" clId="Web-{7F3B5140-E4EC-799E-BA3A-F6ACE5FAF7BB}" dt="2025-11-19T18:20:47.301" v="10"/>
          <pc:sldLayoutMkLst>
            <pc:docMk/>
            <pc:sldMasterMk cId="4252014384" sldId="2147483648"/>
            <pc:sldLayoutMk cId="27070257" sldId="2147483659"/>
          </pc:sldLayoutMkLst>
          <pc:spChg chg="mod">
            <ac:chgData name="Hawwa Sherin" userId="S::has00699@students.stir.ac.uk::26b5e3f5-03c5-42cb-84fb-cf492e48e730" providerId="AD" clId="Web-{7F3B5140-E4EC-799E-BA3A-F6ACE5FAF7BB}" dt="2025-11-19T18:20:47.208" v="9"/>
            <ac:spMkLst>
              <pc:docMk/>
              <pc:sldMasterMk cId="4252014384" sldId="2147483648"/>
              <pc:sldLayoutMk cId="27070257" sldId="2147483659"/>
              <ac:spMk id="2" creationId="{9615C22A-1414-4BCD-994C-9D533984E27E}"/>
            </ac:spMkLst>
          </pc:spChg>
          <pc:spChg chg="mod">
            <ac:chgData name="Hawwa Sherin" userId="S::has00699@students.stir.ac.uk::26b5e3f5-03c5-42cb-84fb-cf492e48e730" providerId="AD" clId="Web-{7F3B5140-E4EC-799E-BA3A-F6ACE5FAF7BB}" dt="2025-11-19T18:20:47.208" v="9"/>
            <ac:spMkLst>
              <pc:docMk/>
              <pc:sldMasterMk cId="4252014384" sldId="2147483648"/>
              <pc:sldLayoutMk cId="27070257" sldId="2147483659"/>
              <ac:spMk id="3" creationId="{8EDF6D98-3AE4-4B1B-ABF7-E6045A267630}"/>
            </ac:spMkLst>
          </pc:spChg>
        </pc:sldLayoutChg>
      </pc:sldMasterChg>
      <pc:sldMasterChg chg="add addSldLayout modSldLayout">
        <pc:chgData name="Hawwa Sherin" userId="S::has00699@students.stir.ac.uk::26b5e3f5-03c5-42cb-84fb-cf492e48e730" providerId="AD" clId="Web-{7F3B5140-E4EC-799E-BA3A-F6ACE5FAF7BB}" dt="2025-11-19T18:20:47.301" v="10"/>
        <pc:sldMasterMkLst>
          <pc:docMk/>
          <pc:sldMasterMk cId="4168485018" sldId="2147483660"/>
        </pc:sldMasterMkLst>
        <pc:sldLayoutChg chg="add mod replId">
          <pc:chgData name="Hawwa Sherin" userId="S::has00699@students.stir.ac.uk::26b5e3f5-03c5-42cb-84fb-cf492e48e730" providerId="AD" clId="Web-{7F3B5140-E4EC-799E-BA3A-F6ACE5FAF7BB}" dt="2025-11-19T18:20:47.301" v="10"/>
          <pc:sldLayoutMkLst>
            <pc:docMk/>
            <pc:sldMasterMk cId="4168485018" sldId="2147483660"/>
            <pc:sldLayoutMk cId="1667172115" sldId="2147483661"/>
          </pc:sldLayoutMkLst>
        </pc:sldLayoutChg>
        <pc:sldLayoutChg chg="add mod replId">
          <pc:chgData name="Hawwa Sherin" userId="S::has00699@students.stir.ac.uk::26b5e3f5-03c5-42cb-84fb-cf492e48e730" providerId="AD" clId="Web-{7F3B5140-E4EC-799E-BA3A-F6ACE5FAF7BB}" dt="2025-11-19T18:20:47.301" v="10"/>
          <pc:sldLayoutMkLst>
            <pc:docMk/>
            <pc:sldMasterMk cId="4168485018" sldId="2147483660"/>
            <pc:sldLayoutMk cId="2916677390" sldId="2147483662"/>
          </pc:sldLayoutMkLst>
        </pc:sldLayoutChg>
        <pc:sldLayoutChg chg="add mod replId">
          <pc:chgData name="Hawwa Sherin" userId="S::has00699@students.stir.ac.uk::26b5e3f5-03c5-42cb-84fb-cf492e48e730" providerId="AD" clId="Web-{7F3B5140-E4EC-799E-BA3A-F6ACE5FAF7BB}" dt="2025-11-19T18:20:47.301" v="10"/>
          <pc:sldLayoutMkLst>
            <pc:docMk/>
            <pc:sldMasterMk cId="4168485018" sldId="2147483660"/>
            <pc:sldLayoutMk cId="3777533478" sldId="2147483663"/>
          </pc:sldLayoutMkLst>
        </pc:sldLayoutChg>
        <pc:sldLayoutChg chg="add mod replId">
          <pc:chgData name="Hawwa Sherin" userId="S::has00699@students.stir.ac.uk::26b5e3f5-03c5-42cb-84fb-cf492e48e730" providerId="AD" clId="Web-{7F3B5140-E4EC-799E-BA3A-F6ACE5FAF7BB}" dt="2025-11-19T18:20:47.301" v="10"/>
          <pc:sldLayoutMkLst>
            <pc:docMk/>
            <pc:sldMasterMk cId="4168485018" sldId="2147483660"/>
            <pc:sldLayoutMk cId="4182315047" sldId="2147483664"/>
          </pc:sldLayoutMkLst>
        </pc:sldLayoutChg>
        <pc:sldLayoutChg chg="add mod replId">
          <pc:chgData name="Hawwa Sherin" userId="S::has00699@students.stir.ac.uk::26b5e3f5-03c5-42cb-84fb-cf492e48e730" providerId="AD" clId="Web-{7F3B5140-E4EC-799E-BA3A-F6ACE5FAF7BB}" dt="2025-11-19T18:20:47.301" v="10"/>
          <pc:sldLayoutMkLst>
            <pc:docMk/>
            <pc:sldMasterMk cId="4168485018" sldId="2147483660"/>
            <pc:sldLayoutMk cId="2256588956" sldId="2147483665"/>
          </pc:sldLayoutMkLst>
        </pc:sldLayoutChg>
        <pc:sldLayoutChg chg="add mod replId">
          <pc:chgData name="Hawwa Sherin" userId="S::has00699@students.stir.ac.uk::26b5e3f5-03c5-42cb-84fb-cf492e48e730" providerId="AD" clId="Web-{7F3B5140-E4EC-799E-BA3A-F6ACE5FAF7BB}" dt="2025-11-19T18:20:47.301" v="10"/>
          <pc:sldLayoutMkLst>
            <pc:docMk/>
            <pc:sldMasterMk cId="4168485018" sldId="2147483660"/>
            <pc:sldLayoutMk cId="993449388" sldId="2147483666"/>
          </pc:sldLayoutMkLst>
        </pc:sldLayoutChg>
        <pc:sldLayoutChg chg="add mod replId">
          <pc:chgData name="Hawwa Sherin" userId="S::has00699@students.stir.ac.uk::26b5e3f5-03c5-42cb-84fb-cf492e48e730" providerId="AD" clId="Web-{7F3B5140-E4EC-799E-BA3A-F6ACE5FAF7BB}" dt="2025-11-19T18:20:47.301" v="10"/>
          <pc:sldLayoutMkLst>
            <pc:docMk/>
            <pc:sldMasterMk cId="4168485018" sldId="2147483660"/>
            <pc:sldLayoutMk cId="2020318310" sldId="2147483667"/>
          </pc:sldLayoutMkLst>
        </pc:sldLayoutChg>
        <pc:sldLayoutChg chg="add mod replId">
          <pc:chgData name="Hawwa Sherin" userId="S::has00699@students.stir.ac.uk::26b5e3f5-03c5-42cb-84fb-cf492e48e730" providerId="AD" clId="Web-{7F3B5140-E4EC-799E-BA3A-F6ACE5FAF7BB}" dt="2025-11-19T18:20:47.301" v="10"/>
          <pc:sldLayoutMkLst>
            <pc:docMk/>
            <pc:sldMasterMk cId="4168485018" sldId="2147483660"/>
            <pc:sldLayoutMk cId="312584745" sldId="2147483668"/>
          </pc:sldLayoutMkLst>
        </pc:sldLayoutChg>
        <pc:sldLayoutChg chg="add mod replId">
          <pc:chgData name="Hawwa Sherin" userId="S::has00699@students.stir.ac.uk::26b5e3f5-03c5-42cb-84fb-cf492e48e730" providerId="AD" clId="Web-{7F3B5140-E4EC-799E-BA3A-F6ACE5FAF7BB}" dt="2025-11-19T18:20:47.301" v="10"/>
          <pc:sldLayoutMkLst>
            <pc:docMk/>
            <pc:sldMasterMk cId="4168485018" sldId="2147483660"/>
            <pc:sldLayoutMk cId="2553398627" sldId="2147483669"/>
          </pc:sldLayoutMkLst>
        </pc:sldLayoutChg>
        <pc:sldLayoutChg chg="add mod replId">
          <pc:chgData name="Hawwa Sherin" userId="S::has00699@students.stir.ac.uk::26b5e3f5-03c5-42cb-84fb-cf492e48e730" providerId="AD" clId="Web-{7F3B5140-E4EC-799E-BA3A-F6ACE5FAF7BB}" dt="2025-11-19T18:20:47.301" v="10"/>
          <pc:sldLayoutMkLst>
            <pc:docMk/>
            <pc:sldMasterMk cId="4168485018" sldId="2147483660"/>
            <pc:sldLayoutMk cId="4091256997" sldId="2147483670"/>
          </pc:sldLayoutMkLst>
        </pc:sldLayoutChg>
        <pc:sldLayoutChg chg="add mod replId">
          <pc:chgData name="Hawwa Sherin" userId="S::has00699@students.stir.ac.uk::26b5e3f5-03c5-42cb-84fb-cf492e48e730" providerId="AD" clId="Web-{7F3B5140-E4EC-799E-BA3A-F6ACE5FAF7BB}" dt="2025-11-19T18:20:47.301" v="10"/>
          <pc:sldLayoutMkLst>
            <pc:docMk/>
            <pc:sldMasterMk cId="4168485018" sldId="2147483660"/>
            <pc:sldLayoutMk cId="1339709354" sldId="2147483671"/>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0090" y="2095078"/>
            <a:ext cx="8161020" cy="4456853"/>
          </a:xfrm>
        </p:spPr>
        <p:txBody>
          <a:bodyPr anchor="b"/>
          <a:lstStyle>
            <a:lvl1pPr algn="ctr">
              <a:defRPr sz="6300"/>
            </a:lvl1pPr>
          </a:lstStyle>
          <a:p>
            <a:r>
              <a:rPr lang="en-US"/>
              <a:t>Click to edit Master title style</a:t>
            </a:r>
            <a:endParaRPr lang="en-US" dirty="0"/>
          </a:p>
        </p:txBody>
      </p:sp>
      <p:sp>
        <p:nvSpPr>
          <p:cNvPr id="3" name="Subtitle 2"/>
          <p:cNvSpPr>
            <a:spLocks noGrp="1"/>
          </p:cNvSpPr>
          <p:nvPr>
            <p:ph type="subTitle" idx="1"/>
          </p:nvPr>
        </p:nvSpPr>
        <p:spPr>
          <a:xfrm>
            <a:off x="1200150" y="6723804"/>
            <a:ext cx="7200900" cy="3090756"/>
          </a:xfrm>
        </p:spPr>
        <p:txBody>
          <a:bodyPr/>
          <a:lstStyle>
            <a:lvl1pPr marL="0" indent="0" algn="ctr">
              <a:buNone/>
              <a:defRPr sz="2520"/>
            </a:lvl1pPr>
            <a:lvl2pPr marL="480060" indent="0" algn="ctr">
              <a:buNone/>
              <a:defRPr sz="2100"/>
            </a:lvl2pPr>
            <a:lvl3pPr marL="960120" indent="0" algn="ctr">
              <a:buNone/>
              <a:defRPr sz="1890"/>
            </a:lvl3pPr>
            <a:lvl4pPr marL="1440180" indent="0" algn="ctr">
              <a:buNone/>
              <a:defRPr sz="1680"/>
            </a:lvl4pPr>
            <a:lvl5pPr marL="1920240" indent="0" algn="ctr">
              <a:buNone/>
              <a:defRPr sz="1680"/>
            </a:lvl5pPr>
            <a:lvl6pPr marL="2400300" indent="0" algn="ctr">
              <a:buNone/>
              <a:defRPr sz="1680"/>
            </a:lvl6pPr>
            <a:lvl7pPr marL="2880360" indent="0" algn="ctr">
              <a:buNone/>
              <a:defRPr sz="1680"/>
            </a:lvl7pPr>
            <a:lvl8pPr marL="3360420" indent="0" algn="ctr">
              <a:buNone/>
              <a:defRPr sz="1680"/>
            </a:lvl8pPr>
            <a:lvl9pPr marL="3840480" indent="0" algn="ctr">
              <a:buNone/>
              <a:defRPr sz="1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78068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56898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5082" y="3191514"/>
            <a:ext cx="8281035" cy="5325109"/>
          </a:xfrm>
        </p:spPr>
        <p:txBody>
          <a:bodyPr anchor="b"/>
          <a:lstStyle>
            <a:lvl1pPr>
              <a:defRPr sz="6300"/>
            </a:lvl1pPr>
          </a:lstStyle>
          <a:p>
            <a:r>
              <a:rPr lang="en-US"/>
              <a:t>Click to edit Master title style</a:t>
            </a:r>
            <a:endParaRPr lang="en-US" dirty="0"/>
          </a:p>
        </p:txBody>
      </p:sp>
      <p:sp>
        <p:nvSpPr>
          <p:cNvPr id="3" name="Text Placeholder 2"/>
          <p:cNvSpPr>
            <a:spLocks noGrp="1"/>
          </p:cNvSpPr>
          <p:nvPr>
            <p:ph type="body" idx="1"/>
          </p:nvPr>
        </p:nvSpPr>
        <p:spPr>
          <a:xfrm>
            <a:off x="655082" y="8567000"/>
            <a:ext cx="8281035" cy="2800349"/>
          </a:xfrm>
        </p:spPr>
        <p:txBody>
          <a:bodyPr/>
          <a:lstStyle>
            <a:lvl1pPr marL="0" indent="0">
              <a:buNone/>
              <a:defRPr sz="2520">
                <a:solidFill>
                  <a:schemeClr val="tx1"/>
                </a:solidFill>
              </a:defRPr>
            </a:lvl1pPr>
            <a:lvl2pPr marL="480060" indent="0">
              <a:buNone/>
              <a:defRPr sz="2100">
                <a:solidFill>
                  <a:schemeClr val="tx1">
                    <a:tint val="75000"/>
                  </a:schemeClr>
                </a:solidFill>
              </a:defRPr>
            </a:lvl2pPr>
            <a:lvl3pPr marL="960120" indent="0">
              <a:buNone/>
              <a:defRPr sz="1890">
                <a:solidFill>
                  <a:schemeClr val="tx1">
                    <a:tint val="75000"/>
                  </a:schemeClr>
                </a:solidFill>
              </a:defRPr>
            </a:lvl3pPr>
            <a:lvl4pPr marL="1440180" indent="0">
              <a:buNone/>
              <a:defRPr sz="1680">
                <a:solidFill>
                  <a:schemeClr val="tx1">
                    <a:tint val="75000"/>
                  </a:schemeClr>
                </a:solidFill>
              </a:defRPr>
            </a:lvl4pPr>
            <a:lvl5pPr marL="1920240" indent="0">
              <a:buNone/>
              <a:defRPr sz="1680">
                <a:solidFill>
                  <a:schemeClr val="tx1">
                    <a:tint val="75000"/>
                  </a:schemeClr>
                </a:solidFill>
              </a:defRPr>
            </a:lvl5pPr>
            <a:lvl6pPr marL="2400300" indent="0">
              <a:buNone/>
              <a:defRPr sz="1680">
                <a:solidFill>
                  <a:schemeClr val="tx1">
                    <a:tint val="75000"/>
                  </a:schemeClr>
                </a:solidFill>
              </a:defRPr>
            </a:lvl6pPr>
            <a:lvl7pPr marL="2880360" indent="0">
              <a:buNone/>
              <a:defRPr sz="1680">
                <a:solidFill>
                  <a:schemeClr val="tx1">
                    <a:tint val="75000"/>
                  </a:schemeClr>
                </a:solidFill>
              </a:defRPr>
            </a:lvl7pPr>
            <a:lvl8pPr marL="3360420" indent="0">
              <a:buNone/>
              <a:defRPr sz="1680">
                <a:solidFill>
                  <a:schemeClr val="tx1">
                    <a:tint val="75000"/>
                  </a:schemeClr>
                </a:solidFill>
              </a:defRPr>
            </a:lvl8pPr>
            <a:lvl9pPr marL="384048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263833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60083"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60608" y="3407833"/>
            <a:ext cx="4080510" cy="81224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6332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61333" y="681570"/>
            <a:ext cx="8281035" cy="2474384"/>
          </a:xfrm>
        </p:spPr>
        <p:txBody>
          <a:bodyPr/>
          <a:lstStyle/>
          <a:p>
            <a:r>
              <a:rPr lang="en-US"/>
              <a:t>Click to edit Master title style</a:t>
            </a:r>
            <a:endParaRPr lang="en-US" dirty="0"/>
          </a:p>
        </p:txBody>
      </p:sp>
      <p:sp>
        <p:nvSpPr>
          <p:cNvPr id="3" name="Text Placeholder 2"/>
          <p:cNvSpPr>
            <a:spLocks noGrp="1"/>
          </p:cNvSpPr>
          <p:nvPr>
            <p:ph type="body" idx="1"/>
          </p:nvPr>
        </p:nvSpPr>
        <p:spPr>
          <a:xfrm>
            <a:off x="661334" y="3138171"/>
            <a:ext cx="4061757"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4" name="Content Placeholder 3"/>
          <p:cNvSpPr>
            <a:spLocks noGrp="1"/>
          </p:cNvSpPr>
          <p:nvPr>
            <p:ph sz="half" idx="2"/>
          </p:nvPr>
        </p:nvSpPr>
        <p:spPr>
          <a:xfrm>
            <a:off x="661334" y="4676140"/>
            <a:ext cx="4061757"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0608" y="3138171"/>
            <a:ext cx="4081761" cy="1537969"/>
          </a:xfrm>
        </p:spPr>
        <p:txBody>
          <a:bodyPr anchor="b"/>
          <a:lstStyle>
            <a:lvl1pPr marL="0" indent="0">
              <a:buNone/>
              <a:defRPr sz="2520" b="1"/>
            </a:lvl1pPr>
            <a:lvl2pPr marL="480060" indent="0">
              <a:buNone/>
              <a:defRPr sz="2100" b="1"/>
            </a:lvl2pPr>
            <a:lvl3pPr marL="960120" indent="0">
              <a:buNone/>
              <a:defRPr sz="1890" b="1"/>
            </a:lvl3pPr>
            <a:lvl4pPr marL="1440180" indent="0">
              <a:buNone/>
              <a:defRPr sz="1680" b="1"/>
            </a:lvl4pPr>
            <a:lvl5pPr marL="1920240" indent="0">
              <a:buNone/>
              <a:defRPr sz="1680" b="1"/>
            </a:lvl5pPr>
            <a:lvl6pPr marL="2400300" indent="0">
              <a:buNone/>
              <a:defRPr sz="1680" b="1"/>
            </a:lvl6pPr>
            <a:lvl7pPr marL="2880360" indent="0">
              <a:buNone/>
              <a:defRPr sz="1680" b="1"/>
            </a:lvl7pPr>
            <a:lvl8pPr marL="3360420" indent="0">
              <a:buNone/>
              <a:defRPr sz="1680" b="1"/>
            </a:lvl8pPr>
            <a:lvl9pPr marL="3840480" indent="0">
              <a:buNone/>
              <a:defRPr sz="1680" b="1"/>
            </a:lvl9pPr>
          </a:lstStyle>
          <a:p>
            <a:pPr lvl="0"/>
            <a:r>
              <a:rPr lang="en-US"/>
              <a:t>Click to edit Master text styles</a:t>
            </a:r>
          </a:p>
        </p:txBody>
      </p:sp>
      <p:sp>
        <p:nvSpPr>
          <p:cNvPr id="6" name="Content Placeholder 5"/>
          <p:cNvSpPr>
            <a:spLocks noGrp="1"/>
          </p:cNvSpPr>
          <p:nvPr>
            <p:ph sz="quarter" idx="4"/>
          </p:nvPr>
        </p:nvSpPr>
        <p:spPr>
          <a:xfrm>
            <a:off x="4860608" y="4676140"/>
            <a:ext cx="4081761" cy="68778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11/19/2025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117508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11/19/2025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794989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11/19/2025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1648157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en-US"/>
              <a:t>Click to edit Master title style</a:t>
            </a:r>
            <a:endParaRPr lang="en-US" dirty="0"/>
          </a:p>
        </p:txBody>
      </p:sp>
      <p:sp>
        <p:nvSpPr>
          <p:cNvPr id="3" name="Content Placeholder 2"/>
          <p:cNvSpPr>
            <a:spLocks noGrp="1"/>
          </p:cNvSpPr>
          <p:nvPr>
            <p:ph idx="1"/>
          </p:nvPr>
        </p:nvSpPr>
        <p:spPr>
          <a:xfrm>
            <a:off x="4081760" y="1843196"/>
            <a:ext cx="4860608" cy="9097433"/>
          </a:xfrm>
        </p:spPr>
        <p:txBody>
          <a:bodyPr/>
          <a:lstStyle>
            <a:lvl1pPr>
              <a:defRPr sz="3360"/>
            </a:lvl1pPr>
            <a:lvl2pPr>
              <a:defRPr sz="2940"/>
            </a:lvl2pPr>
            <a:lvl3pPr>
              <a:defRPr sz="252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80901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61333" y="853440"/>
            <a:ext cx="3096637" cy="2987040"/>
          </a:xfrm>
        </p:spPr>
        <p:txBody>
          <a:bodyPr anchor="b"/>
          <a:lstStyle>
            <a:lvl1pPr>
              <a:defRPr sz="3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81760" y="1843196"/>
            <a:ext cx="4860608" cy="9097433"/>
          </a:xfrm>
        </p:spPr>
        <p:txBody>
          <a:bodyPr anchor="t"/>
          <a:lstStyle>
            <a:lvl1pPr marL="0" indent="0">
              <a:buNone/>
              <a:defRPr sz="3360"/>
            </a:lvl1pPr>
            <a:lvl2pPr marL="480060" indent="0">
              <a:buNone/>
              <a:defRPr sz="2940"/>
            </a:lvl2pPr>
            <a:lvl3pPr marL="960120" indent="0">
              <a:buNone/>
              <a:defRPr sz="2520"/>
            </a:lvl3pPr>
            <a:lvl4pPr marL="1440180" indent="0">
              <a:buNone/>
              <a:defRPr sz="2100"/>
            </a:lvl4pPr>
            <a:lvl5pPr marL="1920240" indent="0">
              <a:buNone/>
              <a:defRPr sz="2100"/>
            </a:lvl5pPr>
            <a:lvl6pPr marL="2400300" indent="0">
              <a:buNone/>
              <a:defRPr sz="2100"/>
            </a:lvl6pPr>
            <a:lvl7pPr marL="2880360" indent="0">
              <a:buNone/>
              <a:defRPr sz="2100"/>
            </a:lvl7pPr>
            <a:lvl8pPr marL="3360420" indent="0">
              <a:buNone/>
              <a:defRPr sz="2100"/>
            </a:lvl8pPr>
            <a:lvl9pPr marL="3840480" indent="0">
              <a:buNone/>
              <a:defRPr sz="2100"/>
            </a:lvl9pPr>
          </a:lstStyle>
          <a:p>
            <a:r>
              <a:rPr lang="en-US" dirty="0"/>
              <a:t>Click icon to add picture</a:t>
            </a:r>
          </a:p>
        </p:txBody>
      </p:sp>
      <p:sp>
        <p:nvSpPr>
          <p:cNvPr id="4" name="Text Placeholder 3"/>
          <p:cNvSpPr>
            <a:spLocks noGrp="1"/>
          </p:cNvSpPr>
          <p:nvPr>
            <p:ph type="body" sz="half" idx="2"/>
          </p:nvPr>
        </p:nvSpPr>
        <p:spPr>
          <a:xfrm>
            <a:off x="661333" y="3840480"/>
            <a:ext cx="3096637" cy="7114964"/>
          </a:xfrm>
        </p:spPr>
        <p:txBody>
          <a:bodyPr/>
          <a:lstStyle>
            <a:lvl1pPr marL="0" indent="0">
              <a:buNone/>
              <a:defRPr sz="1680"/>
            </a:lvl1pPr>
            <a:lvl2pPr marL="480060" indent="0">
              <a:buNone/>
              <a:defRPr sz="1470"/>
            </a:lvl2pPr>
            <a:lvl3pPr marL="960120" indent="0">
              <a:buNone/>
              <a:defRPr sz="1260"/>
            </a:lvl3pPr>
            <a:lvl4pPr marL="1440180" indent="0">
              <a:buNone/>
              <a:defRPr sz="1050"/>
            </a:lvl4pPr>
            <a:lvl5pPr marL="1920240" indent="0">
              <a:buNone/>
              <a:defRPr sz="1050"/>
            </a:lvl5pPr>
            <a:lvl6pPr marL="2400300" indent="0">
              <a:buNone/>
              <a:defRPr sz="1050"/>
            </a:lvl6pPr>
            <a:lvl7pPr marL="2880360" indent="0">
              <a:buNone/>
              <a:defRPr sz="1050"/>
            </a:lvl7pPr>
            <a:lvl8pPr marL="3360420" indent="0">
              <a:buNone/>
              <a:defRPr sz="1050"/>
            </a:lvl8pPr>
            <a:lvl9pPr marL="3840480" indent="0">
              <a:buNone/>
              <a:defRPr sz="10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11/19/2025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4949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371817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0859" y="681567"/>
            <a:ext cx="2070259" cy="1084876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60083" y="681567"/>
            <a:ext cx="6090761" cy="108487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11/19/2025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76169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0083" y="681570"/>
            <a:ext cx="8281035" cy="247438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60083" y="3407833"/>
            <a:ext cx="8281035" cy="81224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60083" y="11865189"/>
            <a:ext cx="2160270" cy="681567"/>
          </a:xfrm>
          <a:prstGeom prst="rect">
            <a:avLst/>
          </a:prstGeom>
        </p:spPr>
        <p:txBody>
          <a:bodyPr vert="horz" lIns="91440" tIns="45720" rIns="91440" bIns="45720" rtlCol="0" anchor="ctr"/>
          <a:lstStyle>
            <a:lvl1pPr algn="l">
              <a:defRPr sz="1260">
                <a:solidFill>
                  <a:schemeClr val="tx1">
                    <a:tint val="75000"/>
                  </a:schemeClr>
                </a:solidFill>
              </a:defRPr>
            </a:lvl1pPr>
          </a:lstStyle>
          <a:p>
            <a:fld id="{C764DE79-268F-4C1A-8933-263129D2AF90}" type="datetimeFigureOut">
              <a:rPr lang="en-US" smtClean="0"/>
              <a:t>11/19/2025</a:t>
            </a:fld>
            <a:endParaRPr lang="en-US" dirty="0"/>
          </a:p>
        </p:txBody>
      </p:sp>
      <p:sp>
        <p:nvSpPr>
          <p:cNvPr id="5" name="Footer Placeholder 4"/>
          <p:cNvSpPr>
            <a:spLocks noGrp="1"/>
          </p:cNvSpPr>
          <p:nvPr>
            <p:ph type="ftr" sz="quarter" idx="3"/>
          </p:nvPr>
        </p:nvSpPr>
        <p:spPr>
          <a:xfrm>
            <a:off x="3180398" y="11865189"/>
            <a:ext cx="3240405" cy="681567"/>
          </a:xfrm>
          <a:prstGeom prst="rect">
            <a:avLst/>
          </a:prstGeom>
        </p:spPr>
        <p:txBody>
          <a:bodyPr vert="horz" lIns="91440" tIns="45720" rIns="91440" bIns="45720" rtlCol="0" anchor="ctr"/>
          <a:lstStyle>
            <a:lvl1pPr algn="ctr">
              <a:defRPr sz="126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780848" y="11865189"/>
            <a:ext cx="2160270" cy="681567"/>
          </a:xfrm>
          <a:prstGeom prst="rect">
            <a:avLst/>
          </a:prstGeom>
        </p:spPr>
        <p:txBody>
          <a:bodyPr vert="horz" lIns="91440" tIns="45720" rIns="91440" bIns="45720" rtlCol="0" anchor="ctr"/>
          <a:lstStyle>
            <a:lvl1pPr algn="r">
              <a:defRPr sz="126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93809059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60120" rtl="0" eaLnBrk="1" latinLnBrk="0" hangingPunct="1">
        <a:lnSpc>
          <a:spcPct val="90000"/>
        </a:lnSpc>
        <a:spcBef>
          <a:spcPct val="0"/>
        </a:spcBef>
        <a:buNone/>
        <a:defRPr sz="4620" kern="1200">
          <a:solidFill>
            <a:schemeClr val="tx1"/>
          </a:solidFill>
          <a:latin typeface="+mj-lt"/>
          <a:ea typeface="+mj-ea"/>
          <a:cs typeface="+mj-cs"/>
        </a:defRPr>
      </a:lvl1pPr>
    </p:titleStyle>
    <p:bodyStyle>
      <a:lvl1pPr marL="240030" indent="-240030" algn="l" defTabSz="960120" rtl="0" eaLnBrk="1" latinLnBrk="0" hangingPunct="1">
        <a:lnSpc>
          <a:spcPct val="90000"/>
        </a:lnSpc>
        <a:spcBef>
          <a:spcPts val="1050"/>
        </a:spcBef>
        <a:buFont typeface="Arial" panose="020B0604020202020204" pitchFamily="34" charset="0"/>
        <a:buChar char="•"/>
        <a:defRPr sz="2940" kern="1200">
          <a:solidFill>
            <a:schemeClr val="tx1"/>
          </a:solidFill>
          <a:latin typeface="+mn-lt"/>
          <a:ea typeface="+mn-ea"/>
          <a:cs typeface="+mn-cs"/>
        </a:defRPr>
      </a:lvl1pPr>
      <a:lvl2pPr marL="720090" indent="-240030" algn="l" defTabSz="960120" rtl="0" eaLnBrk="1" latinLnBrk="0" hangingPunct="1">
        <a:lnSpc>
          <a:spcPct val="90000"/>
        </a:lnSpc>
        <a:spcBef>
          <a:spcPts val="525"/>
        </a:spcBef>
        <a:buFont typeface="Arial" panose="020B0604020202020204" pitchFamily="34" charset="0"/>
        <a:buChar char="•"/>
        <a:defRPr sz="2520" kern="1200">
          <a:solidFill>
            <a:schemeClr val="tx1"/>
          </a:solidFill>
          <a:latin typeface="+mn-lt"/>
          <a:ea typeface="+mn-ea"/>
          <a:cs typeface="+mn-cs"/>
        </a:defRPr>
      </a:lvl2pPr>
      <a:lvl3pPr marL="1200150" indent="-240030" algn="l" defTabSz="960120" rtl="0" eaLnBrk="1" latinLnBrk="0" hangingPunct="1">
        <a:lnSpc>
          <a:spcPct val="90000"/>
        </a:lnSpc>
        <a:spcBef>
          <a:spcPts val="525"/>
        </a:spcBef>
        <a:buFont typeface="Arial" panose="020B0604020202020204" pitchFamily="34" charset="0"/>
        <a:buChar char="•"/>
        <a:defRPr sz="2100" kern="1200">
          <a:solidFill>
            <a:schemeClr val="tx1"/>
          </a:solidFill>
          <a:latin typeface="+mn-lt"/>
          <a:ea typeface="+mn-ea"/>
          <a:cs typeface="+mn-cs"/>
        </a:defRPr>
      </a:lvl3pPr>
      <a:lvl4pPr marL="16802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4pPr>
      <a:lvl5pPr marL="216027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5pPr>
      <a:lvl6pPr marL="264033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6pPr>
      <a:lvl7pPr marL="312039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7pPr>
      <a:lvl8pPr marL="360045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8pPr>
      <a:lvl9pPr marL="4080510" indent="-240030" algn="l" defTabSz="960120" rtl="0" eaLnBrk="1" latinLnBrk="0" hangingPunct="1">
        <a:lnSpc>
          <a:spcPct val="90000"/>
        </a:lnSpc>
        <a:spcBef>
          <a:spcPts val="525"/>
        </a:spcBef>
        <a:buFont typeface="Arial" panose="020B0604020202020204" pitchFamily="34" charset="0"/>
        <a:buChar char="•"/>
        <a:defRPr sz="1890" kern="1200">
          <a:solidFill>
            <a:schemeClr val="tx1"/>
          </a:solidFill>
          <a:latin typeface="+mn-lt"/>
          <a:ea typeface="+mn-ea"/>
          <a:cs typeface="+mn-cs"/>
        </a:defRPr>
      </a:lvl9pPr>
    </p:bodyStyle>
    <p:otherStyle>
      <a:defPPr>
        <a:defRPr lang="en-US"/>
      </a:defPPr>
      <a:lvl1pPr marL="0" algn="l" defTabSz="960120" rtl="0" eaLnBrk="1" latinLnBrk="0" hangingPunct="1">
        <a:defRPr sz="1890" kern="1200">
          <a:solidFill>
            <a:schemeClr val="tx1"/>
          </a:solidFill>
          <a:latin typeface="+mn-lt"/>
          <a:ea typeface="+mn-ea"/>
          <a:cs typeface="+mn-cs"/>
        </a:defRPr>
      </a:lvl1pPr>
      <a:lvl2pPr marL="480060" algn="l" defTabSz="960120" rtl="0" eaLnBrk="1" latinLnBrk="0" hangingPunct="1">
        <a:defRPr sz="1890" kern="1200">
          <a:solidFill>
            <a:schemeClr val="tx1"/>
          </a:solidFill>
          <a:latin typeface="+mn-lt"/>
          <a:ea typeface="+mn-ea"/>
          <a:cs typeface="+mn-cs"/>
        </a:defRPr>
      </a:lvl2pPr>
      <a:lvl3pPr marL="960120" algn="l" defTabSz="960120" rtl="0" eaLnBrk="1" latinLnBrk="0" hangingPunct="1">
        <a:defRPr sz="1890" kern="1200">
          <a:solidFill>
            <a:schemeClr val="tx1"/>
          </a:solidFill>
          <a:latin typeface="+mn-lt"/>
          <a:ea typeface="+mn-ea"/>
          <a:cs typeface="+mn-cs"/>
        </a:defRPr>
      </a:lvl3pPr>
      <a:lvl4pPr marL="1440180" algn="l" defTabSz="960120" rtl="0" eaLnBrk="1" latinLnBrk="0" hangingPunct="1">
        <a:defRPr sz="1890" kern="1200">
          <a:solidFill>
            <a:schemeClr val="tx1"/>
          </a:solidFill>
          <a:latin typeface="+mn-lt"/>
          <a:ea typeface="+mn-ea"/>
          <a:cs typeface="+mn-cs"/>
        </a:defRPr>
      </a:lvl4pPr>
      <a:lvl5pPr marL="1920240" algn="l" defTabSz="960120" rtl="0" eaLnBrk="1" latinLnBrk="0" hangingPunct="1">
        <a:defRPr sz="1890" kern="1200">
          <a:solidFill>
            <a:schemeClr val="tx1"/>
          </a:solidFill>
          <a:latin typeface="+mn-lt"/>
          <a:ea typeface="+mn-ea"/>
          <a:cs typeface="+mn-cs"/>
        </a:defRPr>
      </a:lvl5pPr>
      <a:lvl6pPr marL="2400300" algn="l" defTabSz="960120" rtl="0" eaLnBrk="1" latinLnBrk="0" hangingPunct="1">
        <a:defRPr sz="1890" kern="1200">
          <a:solidFill>
            <a:schemeClr val="tx1"/>
          </a:solidFill>
          <a:latin typeface="+mn-lt"/>
          <a:ea typeface="+mn-ea"/>
          <a:cs typeface="+mn-cs"/>
        </a:defRPr>
      </a:lvl6pPr>
      <a:lvl7pPr marL="2880360" algn="l" defTabSz="960120" rtl="0" eaLnBrk="1" latinLnBrk="0" hangingPunct="1">
        <a:defRPr sz="1890" kern="1200">
          <a:solidFill>
            <a:schemeClr val="tx1"/>
          </a:solidFill>
          <a:latin typeface="+mn-lt"/>
          <a:ea typeface="+mn-ea"/>
          <a:cs typeface="+mn-cs"/>
        </a:defRPr>
      </a:lvl7pPr>
      <a:lvl8pPr marL="3360420" algn="l" defTabSz="960120" rtl="0" eaLnBrk="1" latinLnBrk="0" hangingPunct="1">
        <a:defRPr sz="1890" kern="1200">
          <a:solidFill>
            <a:schemeClr val="tx1"/>
          </a:solidFill>
          <a:latin typeface="+mn-lt"/>
          <a:ea typeface="+mn-ea"/>
          <a:cs typeface="+mn-cs"/>
        </a:defRPr>
      </a:lvl8pPr>
      <a:lvl9pPr marL="3840480" algn="l" defTabSz="960120" rtl="0" eaLnBrk="1" latinLnBrk="0" hangingPunct="1">
        <a:defRPr sz="189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anvas.stir.ac.uk/courses/18089/pages/a-worked-example?module_item_id=933461" TargetMode="External"/><Relationship Id="rId7" Type="http://schemas.openxmlformats.org/officeDocument/2006/relationships/image" Target="../media/image4.png"/><Relationship Id="rId2" Type="http://schemas.openxmlformats.org/officeDocument/2006/relationships/hyperlink" Target="https://orangedatamining.com/" TargetMode="Externa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CE01722-B9F0-4BCA-8237-10507C2000B4}"/>
              </a:ext>
            </a:extLst>
          </p:cNvPr>
          <p:cNvSpPr/>
          <p:nvPr/>
        </p:nvSpPr>
        <p:spPr>
          <a:xfrm>
            <a:off x="152400" y="820636"/>
            <a:ext cx="4088891" cy="501921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endParaRPr lang="en-US" sz="1661" dirty="0">
              <a:ln w="0"/>
              <a:solidFill>
                <a:schemeClr val="tx1"/>
              </a:solidFill>
              <a:effectLst>
                <a:outerShdw blurRad="38100" dist="19050" dir="2700000" algn="tl" rotWithShape="0">
                  <a:schemeClr val="dk1">
                    <a:alpha val="40000"/>
                  </a:schemeClr>
                </a:outerShdw>
              </a:effectLst>
            </a:endParaRPr>
          </a:p>
          <a:p>
            <a:endParaRPr lang="en-US" sz="1100" dirty="0">
              <a:ln w="0"/>
              <a:solidFill>
                <a:schemeClr val="tx1"/>
              </a:solidFill>
              <a:effectLst>
                <a:outerShdw blurRad="38100" dist="19050" dir="2700000" algn="tl" rotWithShape="0">
                  <a:schemeClr val="dk1">
                    <a:alpha val="40000"/>
                  </a:schemeClr>
                </a:outerShdw>
              </a:effectLst>
            </a:endParaRPr>
          </a:p>
          <a:p>
            <a:endParaRPr lang="en-US" sz="1100" dirty="0">
              <a:ln w="0"/>
              <a:solidFill>
                <a:schemeClr val="tx1"/>
              </a:solidFill>
              <a:effectLst>
                <a:outerShdw blurRad="38100" dist="19050" dir="2700000" algn="tl" rotWithShape="0">
                  <a:schemeClr val="dk1">
                    <a:alpha val="40000"/>
                  </a:schemeClr>
                </a:outerShdw>
              </a:effectLst>
            </a:endParaRPr>
          </a:p>
          <a:p>
            <a:endParaRPr lang="en-US" sz="1100" dirty="0">
              <a:ln w="0"/>
              <a:solidFill>
                <a:schemeClr val="tx1"/>
              </a:solidFill>
              <a:effectLst>
                <a:outerShdw blurRad="38100" dist="19050" dir="2700000" algn="tl" rotWithShape="0">
                  <a:schemeClr val="dk1">
                    <a:alpha val="40000"/>
                  </a:schemeClr>
                </a:outerShdw>
              </a:effectLst>
            </a:endParaRPr>
          </a:p>
          <a:p>
            <a:endParaRPr lang="en-US" sz="1600" dirty="0">
              <a:ln w="0"/>
              <a:solidFill>
                <a:schemeClr val="tx1"/>
              </a:solidFill>
              <a:effectLst>
                <a:outerShdw blurRad="38100" dist="19050" dir="2700000" algn="tl" rotWithShape="0">
                  <a:schemeClr val="dk1">
                    <a:alpha val="40000"/>
                  </a:schemeClr>
                </a:outerShdw>
              </a:effectLst>
            </a:endParaRPr>
          </a:p>
          <a:p>
            <a:r>
              <a:rPr lang="en-US" sz="1600" b="1" dirty="0">
                <a:ln w="0"/>
                <a:solidFill>
                  <a:schemeClr val="tx1"/>
                </a:solidFill>
                <a:effectLst>
                  <a:outerShdw blurRad="38100" dist="19050" dir="2700000" algn="tl" rotWithShape="0">
                    <a:schemeClr val="dk1">
                      <a:alpha val="40000"/>
                    </a:schemeClr>
                  </a:outerShdw>
                </a:effectLst>
              </a:rPr>
              <a:t>2. Project Methodology (CRISP-DM)</a:t>
            </a:r>
          </a:p>
          <a:p>
            <a:r>
              <a:rPr lang="en-US" sz="1200" dirty="0">
                <a:ln w="0"/>
                <a:solidFill>
                  <a:schemeClr val="tx1">
                    <a:lumMod val="95000"/>
                    <a:lumOff val="5000"/>
                  </a:schemeClr>
                </a:solidFill>
                <a:effectLst>
                  <a:outerShdw blurRad="38100" dist="19050" dir="2700000" algn="tl" rotWithShape="0">
                    <a:schemeClr val="dk1">
                      <a:alpha val="40000"/>
                    </a:schemeClr>
                  </a:outerShdw>
                </a:effectLst>
              </a:rPr>
              <a:t>This project follows crisp-dm methodology. The steps carried out were: </a:t>
            </a:r>
          </a:p>
          <a:p>
            <a:pPr marL="171441" indent="-171441">
              <a:buFont typeface="Arial" panose="020B0604020202020204" pitchFamily="34" charset="0"/>
              <a:buChar char="•"/>
            </a:pPr>
            <a:r>
              <a:rPr lang="en-US" sz="1200" b="1" dirty="0">
                <a:ln w="0"/>
                <a:solidFill>
                  <a:schemeClr val="tx1">
                    <a:lumMod val="95000"/>
                    <a:lumOff val="5000"/>
                  </a:schemeClr>
                </a:solidFill>
                <a:effectLst>
                  <a:outerShdw blurRad="38100" dist="19050" dir="2700000" algn="tl" rotWithShape="0">
                    <a:schemeClr val="dk1">
                      <a:alpha val="40000"/>
                    </a:schemeClr>
                  </a:outerShdw>
                </a:effectLst>
              </a:rPr>
              <a:t>Business Understanding</a:t>
            </a:r>
            <a:r>
              <a:rPr lang="en-US" sz="1200" dirty="0">
                <a:ln w="0"/>
                <a:solidFill>
                  <a:schemeClr val="tx1">
                    <a:lumMod val="95000"/>
                    <a:lumOff val="5000"/>
                  </a:schemeClr>
                </a:solidFill>
                <a:effectLst>
                  <a:outerShdw blurRad="38100" dist="19050" dir="2700000" algn="tl" rotWithShape="0">
                    <a:schemeClr val="dk1">
                      <a:alpha val="40000"/>
                    </a:schemeClr>
                  </a:outerShdw>
                </a:effectLst>
              </a:rPr>
              <a:t>: The aim of this project is to develop a predictive model that predicts whether the burned forest area is greater than 4%.</a:t>
            </a:r>
          </a:p>
          <a:p>
            <a:pPr marL="171441" indent="-171441">
              <a:buFont typeface="Arial" panose="020B0604020202020204" pitchFamily="34" charset="0"/>
              <a:buChar char="•"/>
            </a:pPr>
            <a:r>
              <a:rPr lang="en-US" sz="1200" b="1" dirty="0">
                <a:ln w="0"/>
                <a:solidFill>
                  <a:schemeClr val="tx1">
                    <a:lumMod val="95000"/>
                    <a:lumOff val="5000"/>
                  </a:schemeClr>
                </a:solidFill>
                <a:effectLst>
                  <a:outerShdw blurRad="38100" dist="19050" dir="2700000" algn="tl" rotWithShape="0">
                    <a:schemeClr val="dk1">
                      <a:alpha val="40000"/>
                    </a:schemeClr>
                  </a:outerShdw>
                </a:effectLst>
              </a:rPr>
              <a:t>Data Understanding</a:t>
            </a:r>
            <a:r>
              <a:rPr lang="en-US" sz="1200" dirty="0">
                <a:ln w="0"/>
                <a:solidFill>
                  <a:schemeClr val="tx1">
                    <a:lumMod val="95000"/>
                    <a:lumOff val="5000"/>
                  </a:schemeClr>
                </a:solidFill>
                <a:effectLst>
                  <a:outerShdw blurRad="38100" dist="19050" dir="2700000" algn="tl" rotWithShape="0">
                    <a:schemeClr val="dk1">
                      <a:alpha val="40000"/>
                    </a:schemeClr>
                  </a:outerShdw>
                </a:effectLst>
              </a:rPr>
              <a:t>: The dataset contains 13 variables such as X, Y, month, day, FFMC, DMC, DC, ISI, temp, RH, wind, rain, and area. These data were loaded into orange and explored about data types, and distributions.</a:t>
            </a:r>
          </a:p>
          <a:p>
            <a:pPr marL="171441" indent="-171441">
              <a:buFont typeface="Arial" panose="020B0604020202020204" pitchFamily="34" charset="0"/>
              <a:buChar char="•"/>
            </a:pPr>
            <a:r>
              <a:rPr lang="en-US" sz="1200" b="1" dirty="0">
                <a:ln w="0"/>
                <a:solidFill>
                  <a:schemeClr val="tx1">
                    <a:lumMod val="95000"/>
                    <a:lumOff val="5000"/>
                  </a:schemeClr>
                </a:solidFill>
                <a:effectLst>
                  <a:outerShdw blurRad="38100" dist="19050" dir="2700000" algn="tl" rotWithShape="0">
                    <a:schemeClr val="dk1">
                      <a:alpha val="40000"/>
                    </a:schemeClr>
                  </a:outerShdw>
                </a:effectLst>
              </a:rPr>
              <a:t>Data Preparation</a:t>
            </a:r>
            <a:r>
              <a:rPr lang="en-US" sz="1200" dirty="0">
                <a:ln w="0"/>
                <a:solidFill>
                  <a:schemeClr val="tx1">
                    <a:lumMod val="95000"/>
                    <a:lumOff val="5000"/>
                  </a:schemeClr>
                </a:solidFill>
                <a:effectLst>
                  <a:outerShdw blurRad="38100" dist="19050" dir="2700000" algn="tl" rotWithShape="0">
                    <a:schemeClr val="dk1">
                      <a:alpha val="40000"/>
                    </a:schemeClr>
                  </a:outerShdw>
                </a:effectLst>
              </a:rPr>
              <a:t>: Removed duplicates to avoid bias and redundancy, checked missing values, ensured all features were recognized properly, normalized variables, and split the dataset into 70% training and 30% testing using data sampler widget</a:t>
            </a:r>
          </a:p>
          <a:p>
            <a:pPr marL="171441" indent="-171441">
              <a:buFont typeface="Arial" panose="020B0604020202020204" pitchFamily="34" charset="0"/>
              <a:buChar char="•"/>
            </a:pPr>
            <a:r>
              <a:rPr lang="en-US" sz="1200" b="1" dirty="0">
                <a:ln w="0"/>
                <a:solidFill>
                  <a:schemeClr val="tx1">
                    <a:lumMod val="95000"/>
                    <a:lumOff val="5000"/>
                  </a:schemeClr>
                </a:solidFill>
                <a:effectLst>
                  <a:outerShdw blurRad="38100" dist="19050" dir="2700000" algn="tl" rotWithShape="0">
                    <a:schemeClr val="dk1">
                      <a:alpha val="40000"/>
                    </a:schemeClr>
                  </a:outerShdw>
                </a:effectLst>
              </a:rPr>
              <a:t>Modelling</a:t>
            </a:r>
            <a:r>
              <a:rPr lang="en-US" sz="1200" dirty="0">
                <a:ln w="0"/>
                <a:solidFill>
                  <a:schemeClr val="tx1">
                    <a:lumMod val="95000"/>
                    <a:lumOff val="5000"/>
                  </a:schemeClr>
                </a:solidFill>
                <a:effectLst>
                  <a:outerShdw blurRad="38100" dist="19050" dir="2700000" algn="tl" rotWithShape="0">
                    <a:schemeClr val="dk1">
                      <a:alpha val="40000"/>
                    </a:schemeClr>
                  </a:outerShdw>
                </a:effectLst>
              </a:rPr>
              <a:t>: Selected 3 classification models for comparison such as kNN, SVM, and Random Forest. These models were trained using training data and tuned hyperparameters inside orange.</a:t>
            </a:r>
          </a:p>
          <a:p>
            <a:pPr marL="171441" indent="-171441">
              <a:buFont typeface="Arial" panose="020B0604020202020204" pitchFamily="34" charset="0"/>
              <a:buChar char="•"/>
            </a:pPr>
            <a:r>
              <a:rPr lang="en-US" sz="1200" b="1" dirty="0">
                <a:ln w="0"/>
                <a:solidFill>
                  <a:schemeClr val="tx1">
                    <a:lumMod val="95000"/>
                    <a:lumOff val="5000"/>
                  </a:schemeClr>
                </a:solidFill>
                <a:effectLst>
                  <a:outerShdw blurRad="38100" dist="19050" dir="2700000" algn="tl" rotWithShape="0">
                    <a:schemeClr val="dk1">
                      <a:alpha val="40000"/>
                    </a:schemeClr>
                  </a:outerShdw>
                </a:effectLst>
              </a:rPr>
              <a:t>Evaluation</a:t>
            </a:r>
            <a:r>
              <a:rPr lang="en-US" sz="1200" dirty="0">
                <a:ln w="0"/>
                <a:solidFill>
                  <a:schemeClr val="tx1">
                    <a:lumMod val="95000"/>
                    <a:lumOff val="5000"/>
                  </a:schemeClr>
                </a:solidFill>
                <a:effectLst>
                  <a:outerShdw blurRad="38100" dist="19050" dir="2700000" algn="tl" rotWithShape="0">
                    <a:schemeClr val="dk1">
                      <a:alpha val="40000"/>
                    </a:schemeClr>
                  </a:outerShdw>
                </a:effectLst>
              </a:rPr>
              <a:t>: All the models were connected to test and score to check the performance. Metrics such as accuracy, AUC, precision, recall, and precision were used to predict the best model.             </a:t>
            </a:r>
          </a:p>
          <a:p>
            <a:r>
              <a:rPr lang="en-US" sz="1200" b="1" dirty="0">
                <a:ln w="0"/>
                <a:solidFill>
                  <a:schemeClr val="tx1">
                    <a:lumMod val="95000"/>
                    <a:lumOff val="5000"/>
                  </a:schemeClr>
                </a:solidFill>
                <a:effectLst>
                  <a:outerShdw blurRad="38100" dist="19050" dir="2700000" algn="tl" rotWithShape="0">
                    <a:schemeClr val="dk1">
                      <a:alpha val="40000"/>
                    </a:schemeClr>
                  </a:outerShdw>
                </a:effectLst>
              </a:rPr>
              <a:t>                              ORANGE WORKFLOW</a:t>
            </a:r>
          </a:p>
          <a:p>
            <a:endParaRPr lang="en-US" sz="1100" dirty="0">
              <a:ln w="0"/>
              <a:solidFill>
                <a:schemeClr val="tx1"/>
              </a:solidFill>
              <a:effectLst>
                <a:outerShdw blurRad="38100" dist="19050" dir="2700000" algn="tl" rotWithShape="0">
                  <a:schemeClr val="dk1">
                    <a:alpha val="40000"/>
                  </a:schemeClr>
                </a:outerShdw>
              </a:effectLst>
            </a:endParaRPr>
          </a:p>
          <a:p>
            <a:endParaRPr lang="en-US" sz="1661" dirty="0">
              <a:ln w="0"/>
              <a:solidFill>
                <a:schemeClr val="tx1"/>
              </a:solidFill>
              <a:effectLst>
                <a:outerShdw blurRad="38100" dist="19050" dir="2700000" algn="tl" rotWithShape="0">
                  <a:schemeClr val="dk1">
                    <a:alpha val="40000"/>
                  </a:schemeClr>
                </a:outerShdw>
              </a:effectLst>
            </a:endParaRPr>
          </a:p>
          <a:p>
            <a:endParaRPr lang="en-US" sz="932" dirty="0">
              <a:ln w="0"/>
              <a:solidFill>
                <a:schemeClr val="tx1"/>
              </a:solidFill>
              <a:effectLst>
                <a:outerShdw blurRad="38100" dist="19050" dir="2700000" algn="tl" rotWithShape="0">
                  <a:schemeClr val="dk1">
                    <a:alpha val="40000"/>
                  </a:schemeClr>
                </a:outerShdw>
              </a:effectLst>
            </a:endParaRPr>
          </a:p>
          <a:p>
            <a:endParaRPr lang="en-US" sz="932" dirty="0">
              <a:ln w="0"/>
              <a:solidFill>
                <a:schemeClr val="tx1"/>
              </a:solidFill>
              <a:effectLst>
                <a:outerShdw blurRad="38100" dist="19050" dir="2700000" algn="tl" rotWithShape="0">
                  <a:schemeClr val="dk1">
                    <a:alpha val="40000"/>
                  </a:schemeClr>
                </a:outerShdw>
              </a:effectLst>
            </a:endParaRPr>
          </a:p>
          <a:p>
            <a:endParaRPr lang="en-US" sz="932" dirty="0">
              <a:ln w="0"/>
              <a:solidFill>
                <a:schemeClr val="tx1"/>
              </a:solidFill>
              <a:effectLst>
                <a:outerShdw blurRad="38100" dist="19050" dir="2700000" algn="tl" rotWithShape="0">
                  <a:schemeClr val="dk1">
                    <a:alpha val="40000"/>
                  </a:schemeClr>
                </a:outerShdw>
              </a:effectLst>
            </a:endParaRPr>
          </a:p>
          <a:p>
            <a:endParaRPr lang="en-US" sz="932" dirty="0">
              <a:ln w="0"/>
              <a:solidFill>
                <a:schemeClr val="tx1"/>
              </a:solidFill>
              <a:effectLst>
                <a:outerShdw blurRad="38100" dist="19050" dir="2700000" algn="tl" rotWithShape="0">
                  <a:schemeClr val="dk1">
                    <a:alpha val="40000"/>
                  </a:schemeClr>
                </a:outerShdw>
              </a:effectLst>
            </a:endParaRPr>
          </a:p>
          <a:p>
            <a:endParaRPr lang="en-US" sz="932" dirty="0">
              <a:ln w="0"/>
              <a:solidFill>
                <a:schemeClr val="tx1"/>
              </a:solidFill>
              <a:effectLst>
                <a:outerShdw blurRad="38100" dist="19050" dir="2700000" algn="tl" rotWithShape="0">
                  <a:schemeClr val="dk1">
                    <a:alpha val="40000"/>
                  </a:schemeClr>
                </a:outerShdw>
              </a:effectLst>
            </a:endParaRPr>
          </a:p>
          <a:p>
            <a:endParaRPr lang="en-US" sz="932" dirty="0">
              <a:ln w="0"/>
              <a:solidFill>
                <a:schemeClr val="tx1"/>
              </a:solidFill>
              <a:effectLst>
                <a:outerShdw blurRad="38100" dist="19050" dir="2700000" algn="tl" rotWithShape="0">
                  <a:schemeClr val="dk1">
                    <a:alpha val="40000"/>
                  </a:schemeClr>
                </a:outerShdw>
              </a:effectLst>
            </a:endParaRPr>
          </a:p>
          <a:p>
            <a:endParaRPr lang="en-AE" sz="932" dirty="0">
              <a:ln w="0"/>
              <a:solidFill>
                <a:schemeClr val="tx1"/>
              </a:solidFill>
              <a:effectLst>
                <a:outerShdw blurRad="38100" dist="19050" dir="2700000" algn="tl" rotWithShape="0">
                  <a:schemeClr val="dk1">
                    <a:alpha val="40000"/>
                  </a:schemeClr>
                </a:outerShdw>
              </a:effectLst>
            </a:endParaRPr>
          </a:p>
        </p:txBody>
      </p:sp>
      <p:sp>
        <p:nvSpPr>
          <p:cNvPr id="8" name="Rectangle 7">
            <a:extLst>
              <a:ext uri="{FF2B5EF4-FFF2-40B4-BE49-F238E27FC236}">
                <a16:creationId xmlns:a16="http://schemas.microsoft.com/office/drawing/2014/main" id="{1C8AD532-E282-4B77-A227-88F04DDACCF6}"/>
              </a:ext>
            </a:extLst>
          </p:cNvPr>
          <p:cNvSpPr/>
          <p:nvPr/>
        </p:nvSpPr>
        <p:spPr>
          <a:xfrm>
            <a:off x="4241289" y="820636"/>
            <a:ext cx="5122655" cy="551844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1600" b="1" dirty="0"/>
              <a:t>3. Variables/ Data Understanding</a:t>
            </a:r>
          </a:p>
          <a:p>
            <a:endParaRPr lang="en-US" sz="1661" dirty="0"/>
          </a:p>
          <a:p>
            <a:endParaRPr lang="en-US" sz="1661" dirty="0"/>
          </a:p>
          <a:p>
            <a:endParaRPr lang="en-US" sz="1661" dirty="0"/>
          </a:p>
          <a:p>
            <a:endParaRPr lang="en-US" sz="1661" dirty="0"/>
          </a:p>
          <a:p>
            <a:endParaRPr lang="en-US" sz="1661" dirty="0"/>
          </a:p>
          <a:p>
            <a:endParaRPr lang="en-US" sz="1661" dirty="0"/>
          </a:p>
          <a:p>
            <a:endParaRPr lang="en-US" sz="1661" dirty="0"/>
          </a:p>
          <a:p>
            <a:endParaRPr lang="en-US" sz="1661" dirty="0"/>
          </a:p>
          <a:p>
            <a:endParaRPr lang="en-US" sz="1661" dirty="0"/>
          </a:p>
          <a:p>
            <a:endParaRPr lang="en-US" sz="1661" dirty="0"/>
          </a:p>
          <a:p>
            <a:endParaRPr lang="en-US" sz="1661" dirty="0"/>
          </a:p>
          <a:p>
            <a:endParaRPr lang="en-US" sz="1661" dirty="0"/>
          </a:p>
          <a:p>
            <a:endParaRPr lang="en-US" sz="1661" dirty="0"/>
          </a:p>
          <a:p>
            <a:endParaRPr lang="en-US" sz="1661" dirty="0"/>
          </a:p>
          <a:p>
            <a:endParaRPr lang="en-US" sz="1661" dirty="0"/>
          </a:p>
          <a:p>
            <a:endParaRPr lang="en-US" sz="1100" dirty="0"/>
          </a:p>
          <a:p>
            <a:endParaRPr lang="en-US" sz="1661" dirty="0"/>
          </a:p>
          <a:p>
            <a:endParaRPr lang="en-US" sz="932" dirty="0"/>
          </a:p>
          <a:p>
            <a:endParaRPr lang="en-US" sz="932" dirty="0"/>
          </a:p>
          <a:p>
            <a:endParaRPr lang="en-US" sz="932" dirty="0"/>
          </a:p>
          <a:p>
            <a:endParaRPr lang="en-US" sz="932" dirty="0"/>
          </a:p>
          <a:p>
            <a:endParaRPr lang="en-US" sz="932" dirty="0"/>
          </a:p>
          <a:p>
            <a:endParaRPr lang="en-US" sz="932" dirty="0"/>
          </a:p>
          <a:p>
            <a:endParaRPr lang="en-AE" sz="932" dirty="0"/>
          </a:p>
        </p:txBody>
      </p:sp>
      <p:sp>
        <p:nvSpPr>
          <p:cNvPr id="9" name="Rectangle 8">
            <a:extLst>
              <a:ext uri="{FF2B5EF4-FFF2-40B4-BE49-F238E27FC236}">
                <a16:creationId xmlns:a16="http://schemas.microsoft.com/office/drawing/2014/main" id="{70053BC8-D9E4-43E0-99F5-A4D8DD4D7FC1}"/>
              </a:ext>
            </a:extLst>
          </p:cNvPr>
          <p:cNvSpPr/>
          <p:nvPr/>
        </p:nvSpPr>
        <p:spPr>
          <a:xfrm>
            <a:off x="152400" y="5839857"/>
            <a:ext cx="4088890" cy="367889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endParaRPr lang="en-US" sz="1200" dirty="0"/>
          </a:p>
          <a:p>
            <a:r>
              <a:rPr lang="en-US" sz="1600" b="1" dirty="0"/>
              <a:t>4. Data Preparation</a:t>
            </a:r>
            <a:r>
              <a:rPr lang="en-US" sz="1200" dirty="0"/>
              <a:t>: </a:t>
            </a:r>
          </a:p>
          <a:p>
            <a:r>
              <a:rPr lang="en-US" sz="1200" dirty="0"/>
              <a:t>In this step, irrelevant attributes were marked as ignored in feature selection. For this problem, attributes like x, y, and day were ignored as these didn’t contribute much to predict the burned area and they were ranked below. Outliers were found in FFMC (18.7) and rain(6.4) column, and they were removed using select rows. Categorical values were converted to numerical values for better model performance. Found 0 missing values in the dataset.</a:t>
            </a:r>
          </a:p>
          <a:p>
            <a:r>
              <a:rPr lang="en-US" sz="1200" dirty="0"/>
              <a:t>Here, the histograms of FFMC before cleaning and  after cleaning is attached.</a:t>
            </a:r>
          </a:p>
          <a:p>
            <a:r>
              <a:rPr lang="en-US" sz="1200" dirty="0"/>
              <a:t>                              </a:t>
            </a:r>
            <a:r>
              <a:rPr lang="en-US" sz="1200" b="1" dirty="0"/>
              <a:t>HISTOGRAM</a:t>
            </a:r>
          </a:p>
          <a:p>
            <a:r>
              <a:rPr lang="en-US" sz="1200" dirty="0"/>
              <a:t>         Before cleaning               After cleaning</a:t>
            </a:r>
          </a:p>
          <a:p>
            <a:r>
              <a:rPr lang="en-US" sz="1200" dirty="0"/>
              <a:t>  </a:t>
            </a:r>
          </a:p>
          <a:p>
            <a:endParaRPr lang="en-US" sz="1200" dirty="0"/>
          </a:p>
          <a:p>
            <a:endParaRPr lang="en-US" sz="1661" dirty="0"/>
          </a:p>
          <a:p>
            <a:r>
              <a:rPr lang="en-US" sz="1200" dirty="0"/>
              <a:t>After cleaning, the extreme low-value outliers in the FFMC have been removed. Before the shape was highly left-skewed with a long tail, now it became less skewed and unimodal</a:t>
            </a:r>
          </a:p>
          <a:p>
            <a:endParaRPr lang="en-AE" sz="1661" dirty="0"/>
          </a:p>
        </p:txBody>
      </p:sp>
      <p:sp>
        <p:nvSpPr>
          <p:cNvPr id="10" name="Rectangle 9">
            <a:extLst>
              <a:ext uri="{FF2B5EF4-FFF2-40B4-BE49-F238E27FC236}">
                <a16:creationId xmlns:a16="http://schemas.microsoft.com/office/drawing/2014/main" id="{387B2713-FCB7-4D19-9761-EF7DDE5EC02F}"/>
              </a:ext>
            </a:extLst>
          </p:cNvPr>
          <p:cNvSpPr/>
          <p:nvPr/>
        </p:nvSpPr>
        <p:spPr>
          <a:xfrm>
            <a:off x="4241288" y="6339083"/>
            <a:ext cx="5122655" cy="389076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endParaRPr lang="en-US" sz="1200" dirty="0"/>
          </a:p>
          <a:p>
            <a:r>
              <a:rPr lang="en-US" sz="1600" b="1" dirty="0"/>
              <a:t>5. Model Training and Hyperparameters: </a:t>
            </a:r>
          </a:p>
          <a:p>
            <a:r>
              <a:rPr lang="en-US" sz="1200" dirty="0"/>
              <a:t>Three classification Models were used to predict the burned forest area. The models used were kNN, SVM, and Random Forest. Each models were trained on the prepared and cleaned dataset with only the selected features (after removing x, y, day). The target variable was </a:t>
            </a:r>
            <a:r>
              <a:rPr lang="en-US" sz="1200" b="1" dirty="0"/>
              <a:t>area</a:t>
            </a:r>
            <a:r>
              <a:rPr lang="en-US" sz="1200" dirty="0"/>
              <a:t>.</a:t>
            </a:r>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200" dirty="0"/>
          </a:p>
          <a:p>
            <a:endParaRPr lang="en-US" sz="1600" dirty="0"/>
          </a:p>
          <a:p>
            <a:endParaRPr lang="en-US" sz="1600" dirty="0"/>
          </a:p>
          <a:p>
            <a:endParaRPr lang="en-US" sz="1600" dirty="0"/>
          </a:p>
          <a:p>
            <a:endParaRPr lang="en-US" sz="1600" dirty="0"/>
          </a:p>
          <a:p>
            <a:endParaRPr lang="en-US" sz="1600" dirty="0"/>
          </a:p>
          <a:p>
            <a:endParaRPr lang="en-US" sz="1600" dirty="0"/>
          </a:p>
        </p:txBody>
      </p:sp>
      <p:sp>
        <p:nvSpPr>
          <p:cNvPr id="14" name="TextBox 13">
            <a:extLst>
              <a:ext uri="{FF2B5EF4-FFF2-40B4-BE49-F238E27FC236}">
                <a16:creationId xmlns:a16="http://schemas.microsoft.com/office/drawing/2014/main" id="{78A212EF-CEA4-4342-942F-18D843306CC9}"/>
              </a:ext>
            </a:extLst>
          </p:cNvPr>
          <p:cNvSpPr txBox="1"/>
          <p:nvPr/>
        </p:nvSpPr>
        <p:spPr>
          <a:xfrm>
            <a:off x="2080690" y="110476"/>
            <a:ext cx="3926410" cy="400110"/>
          </a:xfrm>
          <a:prstGeom prst="rect">
            <a:avLst/>
          </a:prstGeom>
          <a:noFill/>
        </p:spPr>
        <p:txBody>
          <a:bodyPr wrap="square" rtlCol="0">
            <a:spAutoFit/>
          </a:bodyPr>
          <a:lstStyle/>
          <a:p>
            <a:r>
              <a:rPr lang="en-US" sz="2000" dirty="0">
                <a:solidFill>
                  <a:schemeClr val="accent1">
                    <a:lumMod val="75000"/>
                  </a:schemeClr>
                </a:solidFill>
              </a:rPr>
              <a:t>            </a:t>
            </a:r>
            <a:r>
              <a:rPr lang="en-US" sz="2000" b="1" dirty="0">
                <a:solidFill>
                  <a:schemeClr val="accent1">
                    <a:lumMod val="75000"/>
                  </a:schemeClr>
                </a:solidFill>
              </a:rPr>
              <a:t>CSCU9M5 ASSIGNMENT</a:t>
            </a:r>
          </a:p>
        </p:txBody>
      </p:sp>
      <p:sp>
        <p:nvSpPr>
          <p:cNvPr id="15" name="Rectangle 14">
            <a:extLst>
              <a:ext uri="{FF2B5EF4-FFF2-40B4-BE49-F238E27FC236}">
                <a16:creationId xmlns:a16="http://schemas.microsoft.com/office/drawing/2014/main" id="{D6D76A02-CFCD-4028-A553-E6643C2AB877}"/>
              </a:ext>
            </a:extLst>
          </p:cNvPr>
          <p:cNvSpPr/>
          <p:nvPr/>
        </p:nvSpPr>
        <p:spPr>
          <a:xfrm>
            <a:off x="152400" y="9518756"/>
            <a:ext cx="4088890" cy="317974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en-US" sz="1600" b="1" dirty="0"/>
              <a:t>6. Final Model and Results: </a:t>
            </a:r>
          </a:p>
          <a:p>
            <a:r>
              <a:rPr lang="en-US" sz="1200" dirty="0"/>
              <a:t>After evaluating all the 3 models, based on CA and F1, </a:t>
            </a:r>
          </a:p>
          <a:p>
            <a:r>
              <a:rPr lang="en-US" sz="1200" b="1" dirty="0"/>
              <a:t>Random forest </a:t>
            </a:r>
            <a:r>
              <a:rPr lang="en-US" sz="1200" dirty="0"/>
              <a:t>was the best performing model during validation. Random Forest was trained using the best hyper- parameters as setting no of trees to 710 , sample per leaf to 5, and choosing 5- fold cross validation.</a:t>
            </a:r>
          </a:p>
          <a:p>
            <a:r>
              <a:rPr lang="en-US" sz="1200" dirty="0"/>
              <a:t>                            </a:t>
            </a:r>
            <a:r>
              <a:rPr lang="en-US" sz="1200" b="1" dirty="0"/>
              <a:t>CONFUSION MATRIX </a:t>
            </a:r>
          </a:p>
          <a:p>
            <a:endParaRPr lang="en-US" sz="1200" dirty="0"/>
          </a:p>
          <a:p>
            <a:endParaRPr lang="en-US" dirty="0"/>
          </a:p>
          <a:p>
            <a:endParaRPr lang="en-US" sz="1200" dirty="0"/>
          </a:p>
          <a:p>
            <a:r>
              <a:rPr lang="en-US" sz="1200" dirty="0"/>
              <a:t>The confusion matrix tells us how good a model predicts each class. From the picture we can clearly see that this model correctly predicted 59 false and 80 true cases with only 15 wrongly predicted cases (6+9). This shows the model performs consistently well and is able to distinguish the classes with high reliability.</a:t>
            </a:r>
          </a:p>
        </p:txBody>
      </p:sp>
      <p:sp>
        <p:nvSpPr>
          <p:cNvPr id="16" name="Rectangle 15">
            <a:extLst>
              <a:ext uri="{FF2B5EF4-FFF2-40B4-BE49-F238E27FC236}">
                <a16:creationId xmlns:a16="http://schemas.microsoft.com/office/drawing/2014/main" id="{BFC67CEF-74E5-4A0E-B103-D2E5C7522D85}"/>
              </a:ext>
            </a:extLst>
          </p:cNvPr>
          <p:cNvSpPr/>
          <p:nvPr/>
        </p:nvSpPr>
        <p:spPr>
          <a:xfrm>
            <a:off x="4241286" y="10229851"/>
            <a:ext cx="5122655" cy="1623757"/>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endParaRPr lang="en-US" sz="1200" dirty="0"/>
          </a:p>
          <a:p>
            <a:endParaRPr lang="en-US" sz="1200" dirty="0"/>
          </a:p>
          <a:p>
            <a:endParaRPr lang="en-US" sz="1200" dirty="0"/>
          </a:p>
          <a:p>
            <a:r>
              <a:rPr lang="en-US" sz="1600" b="1" dirty="0"/>
              <a:t>7. Insight about data or Models gained:</a:t>
            </a:r>
          </a:p>
          <a:p>
            <a:pPr marL="285750" indent="-285750">
              <a:buFont typeface="Arial" panose="020B0604020202020204" pitchFamily="34" charset="0"/>
              <a:buChar char="•"/>
            </a:pPr>
            <a:r>
              <a:rPr lang="en-US" sz="1200" dirty="0"/>
              <a:t> The model is not biased as it predicts both the classes fairly well, with only few wrong predictions.</a:t>
            </a:r>
          </a:p>
          <a:p>
            <a:pPr marL="285750" indent="-285750">
              <a:buFont typeface="Arial" panose="020B0604020202020204" pitchFamily="34" charset="0"/>
              <a:buChar char="•"/>
            </a:pPr>
            <a:r>
              <a:rPr lang="en-US" sz="1200" dirty="0"/>
              <a:t>Random Forest shows which features influence predictions such as FFMC, ISI, wind, and  temperature, making it informative about overall patterns. However it does not explain each prediction in detail.</a:t>
            </a:r>
          </a:p>
          <a:p>
            <a:pPr marL="285750" indent="-285750">
              <a:buFont typeface="Arial" panose="020B0604020202020204" pitchFamily="34" charset="0"/>
              <a:buChar char="•"/>
            </a:pPr>
            <a:r>
              <a:rPr lang="en-US" sz="1200" dirty="0"/>
              <a:t>Overall, the model is balanced, reliable and highlights key factors affecting burned area.</a:t>
            </a:r>
          </a:p>
          <a:p>
            <a:endParaRPr lang="en-US" dirty="0"/>
          </a:p>
          <a:p>
            <a:endParaRPr lang="en-US" dirty="0"/>
          </a:p>
        </p:txBody>
      </p:sp>
      <p:sp>
        <p:nvSpPr>
          <p:cNvPr id="17" name="Rectangle 16">
            <a:extLst>
              <a:ext uri="{FF2B5EF4-FFF2-40B4-BE49-F238E27FC236}">
                <a16:creationId xmlns:a16="http://schemas.microsoft.com/office/drawing/2014/main" id="{73521EB2-1F94-41E0-BB3D-5131F96E38E4}"/>
              </a:ext>
            </a:extLst>
          </p:cNvPr>
          <p:cNvSpPr/>
          <p:nvPr/>
        </p:nvSpPr>
        <p:spPr>
          <a:xfrm>
            <a:off x="4241286" y="11853609"/>
            <a:ext cx="5122655" cy="844896"/>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endParaRPr lang="en-US" sz="1600" dirty="0"/>
          </a:p>
          <a:p>
            <a:endParaRPr lang="en-US" sz="1600" b="1" dirty="0"/>
          </a:p>
          <a:p>
            <a:r>
              <a:rPr lang="en-US" sz="1600" b="1" dirty="0"/>
              <a:t>8. References</a:t>
            </a:r>
          </a:p>
          <a:p>
            <a:r>
              <a:rPr lang="en-US" sz="1200" dirty="0"/>
              <a:t>[1] </a:t>
            </a:r>
            <a:r>
              <a:rPr lang="en-US" sz="1200" dirty="0">
                <a:hlinkClick r:id="rId2"/>
              </a:rPr>
              <a:t>https://orangedatamining.com/</a:t>
            </a:r>
            <a:endParaRPr lang="en-US" sz="1200" dirty="0"/>
          </a:p>
          <a:p>
            <a:r>
              <a:rPr lang="en-US" sz="1200" dirty="0"/>
              <a:t>[2] </a:t>
            </a:r>
            <a:r>
              <a:rPr lang="en-US" sz="1200" dirty="0">
                <a:hlinkClick r:id="rId3"/>
              </a:rPr>
              <a:t>https://canvas.stir.ac.uk/courses/18089/pages/a-worked-example?module_item_id=933461</a:t>
            </a:r>
            <a:endParaRPr lang="en-US" sz="1200" dirty="0"/>
          </a:p>
          <a:p>
            <a:endParaRPr lang="en-US" sz="1200" dirty="0"/>
          </a:p>
          <a:p>
            <a:endParaRPr lang="en-US" sz="1200" dirty="0"/>
          </a:p>
          <a:p>
            <a:endParaRPr lang="en-US" sz="1200" dirty="0"/>
          </a:p>
        </p:txBody>
      </p:sp>
      <p:graphicFrame>
        <p:nvGraphicFramePr>
          <p:cNvPr id="18" name="Table 18">
            <a:extLst>
              <a:ext uri="{FF2B5EF4-FFF2-40B4-BE49-F238E27FC236}">
                <a16:creationId xmlns:a16="http://schemas.microsoft.com/office/drawing/2014/main" id="{F29BE873-9463-41D5-ACBF-2C8CB06495BC}"/>
              </a:ext>
            </a:extLst>
          </p:cNvPr>
          <p:cNvGraphicFramePr>
            <a:graphicFrameLocks noGrp="1"/>
          </p:cNvGraphicFramePr>
          <p:nvPr>
            <p:extLst>
              <p:ext uri="{D42A27DB-BD31-4B8C-83A1-F6EECF244321}">
                <p14:modId xmlns:p14="http://schemas.microsoft.com/office/powerpoint/2010/main" val="2558782137"/>
              </p:ext>
            </p:extLst>
          </p:nvPr>
        </p:nvGraphicFramePr>
        <p:xfrm>
          <a:off x="4402497" y="1115757"/>
          <a:ext cx="4880844" cy="5000043"/>
        </p:xfrm>
        <a:graphic>
          <a:graphicData uri="http://schemas.openxmlformats.org/drawingml/2006/table">
            <a:tbl>
              <a:tblPr firstRow="1" bandRow="1">
                <a:tableStyleId>{5C22544A-7EE6-4342-B048-85BDC9FD1C3A}</a:tableStyleId>
              </a:tblPr>
              <a:tblGrid>
                <a:gridCol w="700329">
                  <a:extLst>
                    <a:ext uri="{9D8B030D-6E8A-4147-A177-3AD203B41FA5}">
                      <a16:colId xmlns:a16="http://schemas.microsoft.com/office/drawing/2014/main" val="3212944165"/>
                    </a:ext>
                  </a:extLst>
                </a:gridCol>
                <a:gridCol w="1037278">
                  <a:extLst>
                    <a:ext uri="{9D8B030D-6E8A-4147-A177-3AD203B41FA5}">
                      <a16:colId xmlns:a16="http://schemas.microsoft.com/office/drawing/2014/main" val="1032065222"/>
                    </a:ext>
                  </a:extLst>
                </a:gridCol>
                <a:gridCol w="1010336">
                  <a:extLst>
                    <a:ext uri="{9D8B030D-6E8A-4147-A177-3AD203B41FA5}">
                      <a16:colId xmlns:a16="http://schemas.microsoft.com/office/drawing/2014/main" val="2011263924"/>
                    </a:ext>
                  </a:extLst>
                </a:gridCol>
                <a:gridCol w="2132901">
                  <a:extLst>
                    <a:ext uri="{9D8B030D-6E8A-4147-A177-3AD203B41FA5}">
                      <a16:colId xmlns:a16="http://schemas.microsoft.com/office/drawing/2014/main" val="2558682712"/>
                    </a:ext>
                  </a:extLst>
                </a:gridCol>
              </a:tblGrid>
              <a:tr h="552614">
                <a:tc>
                  <a:txBody>
                    <a:bodyPr/>
                    <a:lstStyle/>
                    <a:p>
                      <a:r>
                        <a:rPr lang="en-US" sz="1200" dirty="0"/>
                        <a:t>Variable</a:t>
                      </a:r>
                      <a:endParaRPr lang="en-AE" sz="1200" dirty="0"/>
                    </a:p>
                  </a:txBody>
                  <a:tcPr/>
                </a:tc>
                <a:tc>
                  <a:txBody>
                    <a:bodyPr/>
                    <a:lstStyle/>
                    <a:p>
                      <a:pPr algn="l"/>
                      <a:r>
                        <a:rPr lang="en-US" sz="1200" dirty="0"/>
                        <a:t>Type (before)</a:t>
                      </a:r>
                      <a:endParaRPr lang="en-AE" sz="1200" dirty="0"/>
                    </a:p>
                  </a:txBody>
                  <a:tcPr/>
                </a:tc>
                <a:tc>
                  <a:txBody>
                    <a:bodyPr/>
                    <a:lstStyle/>
                    <a:p>
                      <a:pPr algn="l"/>
                      <a:r>
                        <a:rPr lang="en-US" sz="1200" dirty="0"/>
                        <a:t>Type (after one hot encoding)</a:t>
                      </a:r>
                      <a:endParaRPr lang="en-AE" sz="1200" dirty="0"/>
                    </a:p>
                  </a:txBody>
                  <a:tcPr/>
                </a:tc>
                <a:tc>
                  <a:txBody>
                    <a:bodyPr/>
                    <a:lstStyle/>
                    <a:p>
                      <a:pPr algn="l"/>
                      <a:r>
                        <a:rPr lang="en-US" sz="1200" dirty="0"/>
                        <a:t>Impact</a:t>
                      </a:r>
                      <a:endParaRPr lang="en-AE" sz="1200" dirty="0"/>
                    </a:p>
                  </a:txBody>
                  <a:tcPr/>
                </a:tc>
                <a:extLst>
                  <a:ext uri="{0D108BD9-81ED-4DB2-BD59-A6C34878D82A}">
                    <a16:rowId xmlns:a16="http://schemas.microsoft.com/office/drawing/2014/main" val="3752835565"/>
                  </a:ext>
                </a:extLst>
              </a:tr>
              <a:tr h="482720">
                <a:tc>
                  <a:txBody>
                    <a:bodyPr/>
                    <a:lstStyle/>
                    <a:p>
                      <a:r>
                        <a:rPr lang="en-US" sz="1200" dirty="0"/>
                        <a:t>Month</a:t>
                      </a:r>
                      <a:endParaRPr lang="en-AE" sz="1200" dirty="0"/>
                    </a:p>
                  </a:txBody>
                  <a:tcPr/>
                </a:tc>
                <a:tc>
                  <a:txBody>
                    <a:bodyPr/>
                    <a:lstStyle/>
                    <a:p>
                      <a:r>
                        <a:rPr lang="en-US" sz="1200" dirty="0"/>
                        <a:t>Categorical</a:t>
                      </a:r>
                      <a:endParaRPr lang="en-AE" sz="1200" dirty="0"/>
                    </a:p>
                  </a:txBody>
                  <a:tcPr/>
                </a:tc>
                <a:tc>
                  <a:txBody>
                    <a:bodyPr/>
                    <a:lstStyle/>
                    <a:p>
                      <a:r>
                        <a:rPr lang="en-US" sz="1200" dirty="0"/>
                        <a:t>Numerical</a:t>
                      </a:r>
                      <a:endParaRPr lang="en-AE" sz="1200" dirty="0"/>
                    </a:p>
                  </a:txBody>
                  <a:tcPr/>
                </a:tc>
                <a:tc>
                  <a:txBody>
                    <a:bodyPr/>
                    <a:lstStyle/>
                    <a:p>
                      <a:r>
                        <a:rPr lang="en-US" sz="1200" dirty="0"/>
                        <a:t>To detect seasonal fire, adding this feature may slightly help.</a:t>
                      </a:r>
                      <a:endParaRPr lang="en-AE" sz="1200" dirty="0"/>
                    </a:p>
                  </a:txBody>
                  <a:tcPr/>
                </a:tc>
                <a:extLst>
                  <a:ext uri="{0D108BD9-81ED-4DB2-BD59-A6C34878D82A}">
                    <a16:rowId xmlns:a16="http://schemas.microsoft.com/office/drawing/2014/main" val="1645008472"/>
                  </a:ext>
                </a:extLst>
              </a:tr>
              <a:tr h="489403">
                <a:tc>
                  <a:txBody>
                    <a:bodyPr/>
                    <a:lstStyle/>
                    <a:p>
                      <a:r>
                        <a:rPr lang="en-US" sz="1200" dirty="0"/>
                        <a:t>FFMC</a:t>
                      </a:r>
                      <a:endParaRPr lang="en-AE" sz="1200" dirty="0"/>
                    </a:p>
                  </a:txBody>
                  <a:tcPr/>
                </a:tc>
                <a:tc>
                  <a:txBody>
                    <a:bodyPr/>
                    <a:lstStyle/>
                    <a:p>
                      <a:r>
                        <a:rPr lang="en-US" sz="1200" dirty="0"/>
                        <a:t>Numerical</a:t>
                      </a:r>
                      <a:endParaRPr lang="en-AE" sz="1200" dirty="0"/>
                    </a:p>
                  </a:txBody>
                  <a:tcPr/>
                </a:tc>
                <a:tc>
                  <a:txBody>
                    <a:bodyPr/>
                    <a:lstStyle/>
                    <a:p>
                      <a:r>
                        <a:rPr lang="en-US" sz="1200" dirty="0"/>
                        <a:t>Numerical</a:t>
                      </a:r>
                      <a:endParaRPr lang="en-AE" sz="1200" dirty="0"/>
                    </a:p>
                  </a:txBody>
                  <a:tcPr/>
                </a:tc>
                <a:tc>
                  <a:txBody>
                    <a:bodyPr/>
                    <a:lstStyle/>
                    <a:p>
                      <a:r>
                        <a:rPr lang="en-US" sz="1200" dirty="0"/>
                        <a:t>Kept it because it has a moderate affect on fire spread. </a:t>
                      </a:r>
                      <a:endParaRPr lang="en-AE" sz="1200" dirty="0"/>
                    </a:p>
                  </a:txBody>
                  <a:tcPr/>
                </a:tc>
                <a:extLst>
                  <a:ext uri="{0D108BD9-81ED-4DB2-BD59-A6C34878D82A}">
                    <a16:rowId xmlns:a16="http://schemas.microsoft.com/office/drawing/2014/main" val="782289172"/>
                  </a:ext>
                </a:extLst>
              </a:tr>
              <a:tr h="552614">
                <a:tc>
                  <a:txBody>
                    <a:bodyPr/>
                    <a:lstStyle/>
                    <a:p>
                      <a:r>
                        <a:rPr lang="en-US" sz="1200" dirty="0"/>
                        <a:t>DMC</a:t>
                      </a:r>
                      <a:endParaRPr lang="en-AE" sz="1200" dirty="0"/>
                    </a:p>
                  </a:txBody>
                  <a:tcPr/>
                </a:tc>
                <a:tc>
                  <a:txBody>
                    <a:bodyPr/>
                    <a:lstStyle/>
                    <a:p>
                      <a:r>
                        <a:rPr lang="en-US" sz="1200" dirty="0"/>
                        <a:t>Numerical</a:t>
                      </a:r>
                      <a:endParaRPr lang="en-AE" sz="1200" dirty="0"/>
                    </a:p>
                  </a:txBody>
                  <a:tcPr/>
                </a:tc>
                <a:tc>
                  <a:txBody>
                    <a:bodyPr/>
                    <a:lstStyle/>
                    <a:p>
                      <a:r>
                        <a:rPr lang="en-US" sz="1200" dirty="0"/>
                        <a:t>Numerical</a:t>
                      </a:r>
                      <a:endParaRPr lang="en-AE" sz="1200" dirty="0"/>
                    </a:p>
                  </a:txBody>
                  <a:tcPr/>
                </a:tc>
                <a:tc>
                  <a:txBody>
                    <a:bodyPr/>
                    <a:lstStyle/>
                    <a:p>
                      <a:r>
                        <a:rPr lang="en-US" sz="1200" dirty="0"/>
                        <a:t>Kept it because it can affect fuel moisture which is a factor of fire spread.</a:t>
                      </a:r>
                      <a:endParaRPr lang="en-AE" sz="1200" dirty="0"/>
                    </a:p>
                  </a:txBody>
                  <a:tcPr/>
                </a:tc>
                <a:extLst>
                  <a:ext uri="{0D108BD9-81ED-4DB2-BD59-A6C34878D82A}">
                    <a16:rowId xmlns:a16="http://schemas.microsoft.com/office/drawing/2014/main" val="3920772009"/>
                  </a:ext>
                </a:extLst>
              </a:tr>
              <a:tr h="394724">
                <a:tc>
                  <a:txBody>
                    <a:bodyPr/>
                    <a:lstStyle/>
                    <a:p>
                      <a:r>
                        <a:rPr lang="en-US" sz="1200" dirty="0"/>
                        <a:t>DC</a:t>
                      </a:r>
                      <a:endParaRPr lang="en-AE" sz="1200" dirty="0"/>
                    </a:p>
                  </a:txBody>
                  <a:tcPr/>
                </a:tc>
                <a:tc>
                  <a:txBody>
                    <a:bodyPr/>
                    <a:lstStyle/>
                    <a:p>
                      <a:r>
                        <a:rPr lang="en-US" sz="1200" dirty="0"/>
                        <a:t>Numerical</a:t>
                      </a:r>
                      <a:endParaRPr lang="en-AE" sz="1200" dirty="0"/>
                    </a:p>
                  </a:txBody>
                  <a:tcPr/>
                </a:tc>
                <a:tc>
                  <a:txBody>
                    <a:bodyPr/>
                    <a:lstStyle/>
                    <a:p>
                      <a:r>
                        <a:rPr lang="en-US" sz="1200" dirty="0"/>
                        <a:t>Numerical</a:t>
                      </a:r>
                      <a:endParaRPr lang="en-AE" sz="1200" dirty="0"/>
                    </a:p>
                  </a:txBody>
                  <a:tcPr/>
                </a:tc>
                <a:tc>
                  <a:txBody>
                    <a:bodyPr/>
                    <a:lstStyle/>
                    <a:p>
                      <a:r>
                        <a:rPr lang="en-US" sz="1200" dirty="0"/>
                        <a:t>It has high influence on effecting drought conditions.</a:t>
                      </a:r>
                      <a:endParaRPr lang="en-AE" sz="1200" dirty="0"/>
                    </a:p>
                  </a:txBody>
                  <a:tcPr/>
                </a:tc>
                <a:extLst>
                  <a:ext uri="{0D108BD9-81ED-4DB2-BD59-A6C34878D82A}">
                    <a16:rowId xmlns:a16="http://schemas.microsoft.com/office/drawing/2014/main" val="3741396718"/>
                  </a:ext>
                </a:extLst>
              </a:tr>
              <a:tr h="344800">
                <a:tc>
                  <a:txBody>
                    <a:bodyPr/>
                    <a:lstStyle/>
                    <a:p>
                      <a:r>
                        <a:rPr lang="en-US" sz="1200" dirty="0"/>
                        <a:t>ISI</a:t>
                      </a:r>
                      <a:endParaRPr lang="en-AE" sz="1200" dirty="0"/>
                    </a:p>
                  </a:txBody>
                  <a:tcPr/>
                </a:tc>
                <a:tc>
                  <a:txBody>
                    <a:bodyPr/>
                    <a:lstStyle/>
                    <a:p>
                      <a:r>
                        <a:rPr lang="en-US" sz="1200" dirty="0"/>
                        <a:t>Numerical</a:t>
                      </a:r>
                      <a:endParaRPr lang="en-AE" sz="1200" dirty="0"/>
                    </a:p>
                  </a:txBody>
                  <a:tcPr/>
                </a:tc>
                <a:tc>
                  <a:txBody>
                    <a:bodyPr/>
                    <a:lstStyle/>
                    <a:p>
                      <a:r>
                        <a:rPr lang="en-US" sz="1200" dirty="0"/>
                        <a:t>Numerical</a:t>
                      </a:r>
                      <a:endParaRPr lang="en-AE" sz="1200" dirty="0"/>
                    </a:p>
                  </a:txBody>
                  <a:tcPr/>
                </a:tc>
                <a:tc>
                  <a:txBody>
                    <a:bodyPr/>
                    <a:lstStyle/>
                    <a:p>
                      <a:r>
                        <a:rPr lang="en-US" sz="1200" dirty="0"/>
                        <a:t>It influences initial spread rate.</a:t>
                      </a:r>
                      <a:endParaRPr lang="en-AE" sz="1200" dirty="0"/>
                    </a:p>
                  </a:txBody>
                  <a:tcPr/>
                </a:tc>
                <a:extLst>
                  <a:ext uri="{0D108BD9-81ED-4DB2-BD59-A6C34878D82A}">
                    <a16:rowId xmlns:a16="http://schemas.microsoft.com/office/drawing/2014/main" val="3607207505"/>
                  </a:ext>
                </a:extLst>
              </a:tr>
              <a:tr h="394724">
                <a:tc>
                  <a:txBody>
                    <a:bodyPr/>
                    <a:lstStyle/>
                    <a:p>
                      <a:r>
                        <a:rPr lang="en-US" sz="1200" dirty="0"/>
                        <a:t>Temp</a:t>
                      </a:r>
                      <a:endParaRPr lang="en-AE" sz="1200" dirty="0"/>
                    </a:p>
                  </a:txBody>
                  <a:tcPr/>
                </a:tc>
                <a:tc>
                  <a:txBody>
                    <a:bodyPr/>
                    <a:lstStyle/>
                    <a:p>
                      <a:r>
                        <a:rPr lang="en-US" sz="1200" dirty="0"/>
                        <a:t>Numerical</a:t>
                      </a:r>
                      <a:endParaRPr lang="en-AE" sz="1200" dirty="0"/>
                    </a:p>
                  </a:txBody>
                  <a:tcPr/>
                </a:tc>
                <a:tc>
                  <a:txBody>
                    <a:bodyPr/>
                    <a:lstStyle/>
                    <a:p>
                      <a:r>
                        <a:rPr lang="en-US" sz="1200" dirty="0"/>
                        <a:t>Numerical</a:t>
                      </a:r>
                      <a:endParaRPr lang="en-AE" sz="1200" dirty="0"/>
                    </a:p>
                  </a:txBody>
                  <a:tcPr/>
                </a:tc>
                <a:tc>
                  <a:txBody>
                    <a:bodyPr/>
                    <a:lstStyle/>
                    <a:p>
                      <a:r>
                        <a:rPr lang="en-US" sz="1200" dirty="0"/>
                        <a:t>Higher temperature leads to higher fire risk.</a:t>
                      </a:r>
                      <a:endParaRPr lang="en-AE" sz="1200" dirty="0"/>
                    </a:p>
                  </a:txBody>
                  <a:tcPr/>
                </a:tc>
                <a:extLst>
                  <a:ext uri="{0D108BD9-81ED-4DB2-BD59-A6C34878D82A}">
                    <a16:rowId xmlns:a16="http://schemas.microsoft.com/office/drawing/2014/main" val="3391301930"/>
                  </a:ext>
                </a:extLst>
              </a:tr>
              <a:tr h="394724">
                <a:tc>
                  <a:txBody>
                    <a:bodyPr/>
                    <a:lstStyle/>
                    <a:p>
                      <a:r>
                        <a:rPr lang="en-US" sz="1200" dirty="0"/>
                        <a:t>RH</a:t>
                      </a:r>
                      <a:endParaRPr lang="en-AE" sz="1200" dirty="0"/>
                    </a:p>
                  </a:txBody>
                  <a:tcPr/>
                </a:tc>
                <a:tc>
                  <a:txBody>
                    <a:bodyPr/>
                    <a:lstStyle/>
                    <a:p>
                      <a:r>
                        <a:rPr lang="en-US" sz="1200" dirty="0"/>
                        <a:t>Numerical</a:t>
                      </a:r>
                      <a:endParaRPr lang="en-AE" sz="1200" dirty="0"/>
                    </a:p>
                  </a:txBody>
                  <a:tcPr/>
                </a:tc>
                <a:tc>
                  <a:txBody>
                    <a:bodyPr/>
                    <a:lstStyle/>
                    <a:p>
                      <a:r>
                        <a:rPr lang="en-US" sz="1200" dirty="0"/>
                        <a:t>Numerical</a:t>
                      </a:r>
                      <a:endParaRPr lang="en-AE" sz="1200" dirty="0"/>
                    </a:p>
                  </a:txBody>
                  <a:tcPr/>
                </a:tc>
                <a:tc>
                  <a:txBody>
                    <a:bodyPr/>
                    <a:lstStyle/>
                    <a:p>
                      <a:r>
                        <a:rPr lang="en-US" sz="1200" dirty="0"/>
                        <a:t>Low humidity cause higher burned areas.</a:t>
                      </a:r>
                      <a:endParaRPr lang="en-AE" sz="1200" dirty="0"/>
                    </a:p>
                  </a:txBody>
                  <a:tcPr/>
                </a:tc>
                <a:extLst>
                  <a:ext uri="{0D108BD9-81ED-4DB2-BD59-A6C34878D82A}">
                    <a16:rowId xmlns:a16="http://schemas.microsoft.com/office/drawing/2014/main" val="2429691160"/>
                  </a:ext>
                </a:extLst>
              </a:tr>
              <a:tr h="236834">
                <a:tc>
                  <a:txBody>
                    <a:bodyPr/>
                    <a:lstStyle/>
                    <a:p>
                      <a:r>
                        <a:rPr lang="en-US" sz="1200" dirty="0"/>
                        <a:t>Wind</a:t>
                      </a:r>
                      <a:endParaRPr lang="en-AE" sz="1200" dirty="0"/>
                    </a:p>
                  </a:txBody>
                  <a:tcPr/>
                </a:tc>
                <a:tc>
                  <a:txBody>
                    <a:bodyPr/>
                    <a:lstStyle/>
                    <a:p>
                      <a:r>
                        <a:rPr lang="en-US" sz="1200" dirty="0"/>
                        <a:t>Numerical</a:t>
                      </a:r>
                      <a:endParaRPr lang="en-AE" sz="1200" dirty="0"/>
                    </a:p>
                  </a:txBody>
                  <a:tcPr/>
                </a:tc>
                <a:tc>
                  <a:txBody>
                    <a:bodyPr/>
                    <a:lstStyle/>
                    <a:p>
                      <a:r>
                        <a:rPr lang="en-US" sz="1200" dirty="0"/>
                        <a:t>Numerical</a:t>
                      </a:r>
                      <a:endParaRPr lang="en-AE" sz="1200" dirty="0"/>
                    </a:p>
                  </a:txBody>
                  <a:tcPr/>
                </a:tc>
                <a:tc>
                  <a:txBody>
                    <a:bodyPr/>
                    <a:lstStyle/>
                    <a:p>
                      <a:r>
                        <a:rPr lang="en-US" sz="1200" dirty="0"/>
                        <a:t>It strongly affects fire spread.</a:t>
                      </a:r>
                      <a:endParaRPr lang="en-AE" sz="1200" dirty="0"/>
                    </a:p>
                  </a:txBody>
                  <a:tcPr/>
                </a:tc>
                <a:extLst>
                  <a:ext uri="{0D108BD9-81ED-4DB2-BD59-A6C34878D82A}">
                    <a16:rowId xmlns:a16="http://schemas.microsoft.com/office/drawing/2014/main" val="3660819690"/>
                  </a:ext>
                </a:extLst>
              </a:tr>
              <a:tr h="236834">
                <a:tc>
                  <a:txBody>
                    <a:bodyPr/>
                    <a:lstStyle/>
                    <a:p>
                      <a:r>
                        <a:rPr lang="en-US" sz="1200" dirty="0"/>
                        <a:t>Rain</a:t>
                      </a:r>
                      <a:endParaRPr lang="en-AE" sz="1200" dirty="0"/>
                    </a:p>
                  </a:txBody>
                  <a:tcPr/>
                </a:tc>
                <a:tc>
                  <a:txBody>
                    <a:bodyPr/>
                    <a:lstStyle/>
                    <a:p>
                      <a:r>
                        <a:rPr lang="en-US" sz="1200" dirty="0"/>
                        <a:t>Numerical</a:t>
                      </a:r>
                      <a:endParaRPr lang="en-AE" sz="1200" dirty="0"/>
                    </a:p>
                  </a:txBody>
                  <a:tcPr/>
                </a:tc>
                <a:tc>
                  <a:txBody>
                    <a:bodyPr/>
                    <a:lstStyle/>
                    <a:p>
                      <a:r>
                        <a:rPr lang="en-US" sz="1200" dirty="0"/>
                        <a:t>Numerical</a:t>
                      </a:r>
                      <a:endParaRPr lang="en-AE" sz="1200" dirty="0"/>
                    </a:p>
                  </a:txBody>
                  <a:tcPr/>
                </a:tc>
                <a:tc>
                  <a:txBody>
                    <a:bodyPr/>
                    <a:lstStyle/>
                    <a:p>
                      <a:r>
                        <a:rPr lang="en-US" sz="1200" dirty="0"/>
                        <a:t>High rain reduces fire risk.</a:t>
                      </a:r>
                      <a:endParaRPr lang="en-AE" sz="1200" dirty="0"/>
                    </a:p>
                  </a:txBody>
                  <a:tcPr/>
                </a:tc>
                <a:extLst>
                  <a:ext uri="{0D108BD9-81ED-4DB2-BD59-A6C34878D82A}">
                    <a16:rowId xmlns:a16="http://schemas.microsoft.com/office/drawing/2014/main" val="2819271509"/>
                  </a:ext>
                </a:extLst>
              </a:tr>
              <a:tr h="482720">
                <a:tc>
                  <a:txBody>
                    <a:bodyPr/>
                    <a:lstStyle/>
                    <a:p>
                      <a:r>
                        <a:rPr lang="en-US" sz="1200" dirty="0"/>
                        <a:t>Area (Target)</a:t>
                      </a:r>
                      <a:endParaRPr lang="en-AE" sz="1200" dirty="0"/>
                    </a:p>
                  </a:txBody>
                  <a:tcPr/>
                </a:tc>
                <a:tc>
                  <a:txBody>
                    <a:bodyPr/>
                    <a:lstStyle/>
                    <a:p>
                      <a:r>
                        <a:rPr lang="en-US" sz="1200" dirty="0"/>
                        <a:t>Categorical</a:t>
                      </a:r>
                      <a:endParaRPr lang="en-AE" sz="1200" dirty="0"/>
                    </a:p>
                  </a:txBody>
                  <a:tcPr/>
                </a:tc>
                <a:tc>
                  <a:txBody>
                    <a:bodyPr/>
                    <a:lstStyle/>
                    <a:p>
                      <a:r>
                        <a:rPr lang="en-US" sz="1200" dirty="0"/>
                        <a:t>Binary </a:t>
                      </a:r>
                    </a:p>
                    <a:p>
                      <a:r>
                        <a:rPr lang="en-US" sz="1200" dirty="0"/>
                        <a:t>(0 or 1)</a:t>
                      </a:r>
                      <a:endParaRPr lang="en-AE" sz="1200" dirty="0"/>
                    </a:p>
                  </a:txBody>
                  <a:tcPr/>
                </a:tc>
                <a:tc>
                  <a:txBody>
                    <a:bodyPr/>
                    <a:lstStyle/>
                    <a:p>
                      <a:r>
                        <a:rPr lang="en-US" sz="1200" dirty="0"/>
                        <a:t>The target variable to be predicted.</a:t>
                      </a:r>
                      <a:endParaRPr lang="en-AE" sz="1200" dirty="0"/>
                    </a:p>
                  </a:txBody>
                  <a:tcPr/>
                </a:tc>
                <a:extLst>
                  <a:ext uri="{0D108BD9-81ED-4DB2-BD59-A6C34878D82A}">
                    <a16:rowId xmlns:a16="http://schemas.microsoft.com/office/drawing/2014/main" val="478337812"/>
                  </a:ext>
                </a:extLst>
              </a:tr>
            </a:tbl>
          </a:graphicData>
        </a:graphic>
      </p:graphicFrame>
      <p:graphicFrame>
        <p:nvGraphicFramePr>
          <p:cNvPr id="24" name="Table 24">
            <a:extLst>
              <a:ext uri="{FF2B5EF4-FFF2-40B4-BE49-F238E27FC236}">
                <a16:creationId xmlns:a16="http://schemas.microsoft.com/office/drawing/2014/main" id="{22B5C16F-0B85-4A84-91FE-32E41DFAF83E}"/>
              </a:ext>
            </a:extLst>
          </p:cNvPr>
          <p:cNvGraphicFramePr>
            <a:graphicFrameLocks noGrp="1"/>
          </p:cNvGraphicFramePr>
          <p:nvPr>
            <p:extLst>
              <p:ext uri="{D42A27DB-BD31-4B8C-83A1-F6EECF244321}">
                <p14:modId xmlns:p14="http://schemas.microsoft.com/office/powerpoint/2010/main" val="3743663669"/>
              </p:ext>
            </p:extLst>
          </p:nvPr>
        </p:nvGraphicFramePr>
        <p:xfrm>
          <a:off x="4744032" y="7499283"/>
          <a:ext cx="3995315" cy="2635961"/>
        </p:xfrm>
        <a:graphic>
          <a:graphicData uri="http://schemas.openxmlformats.org/drawingml/2006/table">
            <a:tbl>
              <a:tblPr firstRow="1" bandRow="1">
                <a:tableStyleId>{5C22544A-7EE6-4342-B048-85BDC9FD1C3A}</a:tableStyleId>
              </a:tblPr>
              <a:tblGrid>
                <a:gridCol w="955855">
                  <a:extLst>
                    <a:ext uri="{9D8B030D-6E8A-4147-A177-3AD203B41FA5}">
                      <a16:colId xmlns:a16="http://schemas.microsoft.com/office/drawing/2014/main" val="2323402169"/>
                    </a:ext>
                  </a:extLst>
                </a:gridCol>
                <a:gridCol w="1600017">
                  <a:extLst>
                    <a:ext uri="{9D8B030D-6E8A-4147-A177-3AD203B41FA5}">
                      <a16:colId xmlns:a16="http://schemas.microsoft.com/office/drawing/2014/main" val="1144904970"/>
                    </a:ext>
                  </a:extLst>
                </a:gridCol>
                <a:gridCol w="1439443">
                  <a:extLst>
                    <a:ext uri="{9D8B030D-6E8A-4147-A177-3AD203B41FA5}">
                      <a16:colId xmlns:a16="http://schemas.microsoft.com/office/drawing/2014/main" val="337756864"/>
                    </a:ext>
                  </a:extLst>
                </a:gridCol>
              </a:tblGrid>
              <a:tr h="412257">
                <a:tc>
                  <a:txBody>
                    <a:bodyPr/>
                    <a:lstStyle/>
                    <a:p>
                      <a:r>
                        <a:rPr lang="en-US" sz="1400" dirty="0"/>
                        <a:t>Model</a:t>
                      </a:r>
                      <a:endParaRPr lang="en-AE" sz="1400" dirty="0"/>
                    </a:p>
                  </a:txBody>
                  <a:tcPr/>
                </a:tc>
                <a:tc>
                  <a:txBody>
                    <a:bodyPr/>
                    <a:lstStyle/>
                    <a:p>
                      <a:r>
                        <a:rPr lang="en-US" sz="1400" dirty="0"/>
                        <a:t>Hyper Parameters</a:t>
                      </a:r>
                      <a:endParaRPr lang="en-AE" sz="1400" dirty="0"/>
                    </a:p>
                  </a:txBody>
                  <a:tcPr/>
                </a:tc>
                <a:tc>
                  <a:txBody>
                    <a:bodyPr/>
                    <a:lstStyle/>
                    <a:p>
                      <a:r>
                        <a:rPr lang="en-US" sz="1400" dirty="0"/>
                        <a:t>Validation and Metrics</a:t>
                      </a:r>
                      <a:endParaRPr lang="en-AE" sz="1400" dirty="0"/>
                    </a:p>
                  </a:txBody>
                  <a:tcPr/>
                </a:tc>
                <a:extLst>
                  <a:ext uri="{0D108BD9-81ED-4DB2-BD59-A6C34878D82A}">
                    <a16:rowId xmlns:a16="http://schemas.microsoft.com/office/drawing/2014/main" val="636051371"/>
                  </a:ext>
                </a:extLst>
              </a:tr>
              <a:tr h="509259">
                <a:tc>
                  <a:txBody>
                    <a:bodyPr/>
                    <a:lstStyle/>
                    <a:p>
                      <a:r>
                        <a:rPr lang="en-US" sz="1200" dirty="0"/>
                        <a:t>kNN</a:t>
                      </a:r>
                      <a:endParaRPr lang="en-AE" sz="1200" dirty="0"/>
                    </a:p>
                  </a:txBody>
                  <a:tcPr/>
                </a:tc>
                <a:tc>
                  <a:txBody>
                    <a:bodyPr/>
                    <a:lstStyle/>
                    <a:p>
                      <a:r>
                        <a:rPr lang="en-US" sz="1200" dirty="0"/>
                        <a:t>No of neighbors (15), metric (Euclidean), weight (by distance)</a:t>
                      </a:r>
                      <a:endParaRPr lang="en-AE" sz="1200" dirty="0"/>
                    </a:p>
                  </a:txBody>
                  <a:tcPr/>
                </a:tc>
                <a:tc>
                  <a:txBody>
                    <a:bodyPr/>
                    <a:lstStyle/>
                    <a:p>
                      <a:r>
                        <a:rPr lang="en-US" sz="1200" dirty="0"/>
                        <a:t>5- fold CV : Accuracy= 83.9% , F1= 84%</a:t>
                      </a:r>
                      <a:endParaRPr lang="en-AE" sz="1200" dirty="0"/>
                    </a:p>
                  </a:txBody>
                  <a:tcPr/>
                </a:tc>
                <a:extLst>
                  <a:ext uri="{0D108BD9-81ED-4DB2-BD59-A6C34878D82A}">
                    <a16:rowId xmlns:a16="http://schemas.microsoft.com/office/drawing/2014/main" val="3988662539"/>
                  </a:ext>
                </a:extLst>
              </a:tr>
              <a:tr h="654761">
                <a:tc>
                  <a:txBody>
                    <a:bodyPr/>
                    <a:lstStyle/>
                    <a:p>
                      <a:r>
                        <a:rPr lang="en-US" sz="1200" dirty="0"/>
                        <a:t>SVM</a:t>
                      </a:r>
                      <a:endParaRPr lang="en-AE" sz="1200" dirty="0"/>
                    </a:p>
                  </a:txBody>
                  <a:tcPr/>
                </a:tc>
                <a:tc>
                  <a:txBody>
                    <a:bodyPr/>
                    <a:lstStyle/>
                    <a:p>
                      <a:r>
                        <a:rPr lang="en-US" sz="1200" dirty="0"/>
                        <a:t>Cost (c)- 20, Kernel (RBF), numerical tolerance(0.001), iteration limit (150)</a:t>
                      </a:r>
                      <a:endParaRPr lang="en-AE" sz="1200" dirty="0"/>
                    </a:p>
                  </a:txBody>
                  <a:tcPr/>
                </a:tc>
                <a:tc>
                  <a:txBody>
                    <a:bodyPr/>
                    <a:lstStyle/>
                    <a:p>
                      <a:r>
                        <a:rPr lang="en-US" sz="1200" dirty="0"/>
                        <a:t>5- fold CV: Accuracy= 83.4%, F1= 83.4%</a:t>
                      </a:r>
                      <a:endParaRPr lang="en-AE" sz="1200" dirty="0"/>
                    </a:p>
                  </a:txBody>
                  <a:tcPr/>
                </a:tc>
                <a:extLst>
                  <a:ext uri="{0D108BD9-81ED-4DB2-BD59-A6C34878D82A}">
                    <a16:rowId xmlns:a16="http://schemas.microsoft.com/office/drawing/2014/main" val="97614678"/>
                  </a:ext>
                </a:extLst>
              </a:tr>
              <a:tr h="654761">
                <a:tc>
                  <a:txBody>
                    <a:bodyPr/>
                    <a:lstStyle/>
                    <a:p>
                      <a:r>
                        <a:rPr lang="en-US" sz="1200" dirty="0"/>
                        <a:t>Random Forest</a:t>
                      </a:r>
                      <a:endParaRPr lang="en-AE" sz="1200" dirty="0"/>
                    </a:p>
                  </a:txBody>
                  <a:tcPr/>
                </a:tc>
                <a:tc>
                  <a:txBody>
                    <a:bodyPr/>
                    <a:lstStyle/>
                    <a:p>
                      <a:r>
                        <a:rPr lang="en-US" sz="1200" dirty="0"/>
                        <a:t>No of trees (710), min samples per leaf (5)</a:t>
                      </a:r>
                      <a:endParaRPr lang="en-AE" sz="1200" dirty="0"/>
                    </a:p>
                  </a:txBody>
                  <a:tcPr/>
                </a:tc>
                <a:tc>
                  <a:txBody>
                    <a:bodyPr/>
                    <a:lstStyle/>
                    <a:p>
                      <a:r>
                        <a:rPr lang="en-US" sz="1200" dirty="0"/>
                        <a:t>5- fold CV: Accuracy= 85.3%, </a:t>
                      </a:r>
                    </a:p>
                    <a:p>
                      <a:r>
                        <a:rPr lang="en-US" sz="1200" dirty="0"/>
                        <a:t>F1= 85.4%</a:t>
                      </a:r>
                      <a:endParaRPr lang="en-AE" sz="1200" dirty="0"/>
                    </a:p>
                  </a:txBody>
                  <a:tcPr/>
                </a:tc>
                <a:extLst>
                  <a:ext uri="{0D108BD9-81ED-4DB2-BD59-A6C34878D82A}">
                    <a16:rowId xmlns:a16="http://schemas.microsoft.com/office/drawing/2014/main" val="2628716165"/>
                  </a:ext>
                </a:extLst>
              </a:tr>
            </a:tbl>
          </a:graphicData>
        </a:graphic>
      </p:graphicFrame>
      <p:pic>
        <p:nvPicPr>
          <p:cNvPr id="26" name="Picture 25">
            <a:extLst>
              <a:ext uri="{FF2B5EF4-FFF2-40B4-BE49-F238E27FC236}">
                <a16:creationId xmlns:a16="http://schemas.microsoft.com/office/drawing/2014/main" id="{9DC10EAD-E6D8-4902-A0C1-DE13A943A199}"/>
              </a:ext>
            </a:extLst>
          </p:cNvPr>
          <p:cNvPicPr>
            <a:picLocks noChangeAspect="1"/>
          </p:cNvPicPr>
          <p:nvPr/>
        </p:nvPicPr>
        <p:blipFill>
          <a:blip r:embed="rId4"/>
          <a:stretch>
            <a:fillRect/>
          </a:stretch>
        </p:blipFill>
        <p:spPr>
          <a:xfrm>
            <a:off x="1215628" y="10901875"/>
            <a:ext cx="1291727" cy="655125"/>
          </a:xfrm>
          <a:prstGeom prst="rect">
            <a:avLst/>
          </a:prstGeom>
          <a:ln>
            <a:solidFill>
              <a:schemeClr val="tx1"/>
            </a:solidFill>
          </a:ln>
        </p:spPr>
      </p:pic>
      <p:pic>
        <p:nvPicPr>
          <p:cNvPr id="30" name="Picture 29">
            <a:extLst>
              <a:ext uri="{FF2B5EF4-FFF2-40B4-BE49-F238E27FC236}">
                <a16:creationId xmlns:a16="http://schemas.microsoft.com/office/drawing/2014/main" id="{5241E702-2D86-47FD-AC23-C580525F1CFE}"/>
              </a:ext>
            </a:extLst>
          </p:cNvPr>
          <p:cNvPicPr>
            <a:picLocks noChangeAspect="1"/>
          </p:cNvPicPr>
          <p:nvPr/>
        </p:nvPicPr>
        <p:blipFill>
          <a:blip r:embed="rId5"/>
          <a:stretch>
            <a:fillRect/>
          </a:stretch>
        </p:blipFill>
        <p:spPr>
          <a:xfrm>
            <a:off x="1328283" y="5349953"/>
            <a:ext cx="1262517" cy="470686"/>
          </a:xfrm>
          <a:prstGeom prst="rect">
            <a:avLst/>
          </a:prstGeom>
          <a:ln>
            <a:solidFill>
              <a:schemeClr val="tx1"/>
            </a:solidFill>
          </a:ln>
        </p:spPr>
      </p:pic>
      <p:pic>
        <p:nvPicPr>
          <p:cNvPr id="32" name="Picture 31">
            <a:extLst>
              <a:ext uri="{FF2B5EF4-FFF2-40B4-BE49-F238E27FC236}">
                <a16:creationId xmlns:a16="http://schemas.microsoft.com/office/drawing/2014/main" id="{D762C781-1C1B-4A9B-9947-719447FFD7F6}"/>
              </a:ext>
            </a:extLst>
          </p:cNvPr>
          <p:cNvPicPr>
            <a:picLocks noChangeAspect="1"/>
          </p:cNvPicPr>
          <p:nvPr/>
        </p:nvPicPr>
        <p:blipFill>
          <a:blip r:embed="rId6"/>
          <a:stretch>
            <a:fillRect/>
          </a:stretch>
        </p:blipFill>
        <p:spPr>
          <a:xfrm>
            <a:off x="635331" y="8284467"/>
            <a:ext cx="692952" cy="631061"/>
          </a:xfrm>
          <a:prstGeom prst="rect">
            <a:avLst/>
          </a:prstGeom>
          <a:ln>
            <a:solidFill>
              <a:schemeClr val="tx1"/>
            </a:solidFill>
          </a:ln>
        </p:spPr>
      </p:pic>
      <p:pic>
        <p:nvPicPr>
          <p:cNvPr id="34" name="Picture 33">
            <a:extLst>
              <a:ext uri="{FF2B5EF4-FFF2-40B4-BE49-F238E27FC236}">
                <a16:creationId xmlns:a16="http://schemas.microsoft.com/office/drawing/2014/main" id="{8BF420C3-7BF0-4626-B0F3-D8D03B0B75F3}"/>
              </a:ext>
            </a:extLst>
          </p:cNvPr>
          <p:cNvPicPr>
            <a:picLocks noChangeAspect="1"/>
          </p:cNvPicPr>
          <p:nvPr/>
        </p:nvPicPr>
        <p:blipFill>
          <a:blip r:embed="rId7"/>
          <a:stretch>
            <a:fillRect/>
          </a:stretch>
        </p:blipFill>
        <p:spPr>
          <a:xfrm>
            <a:off x="2080689" y="8284466"/>
            <a:ext cx="704096" cy="631061"/>
          </a:xfrm>
          <a:prstGeom prst="rect">
            <a:avLst/>
          </a:prstGeom>
          <a:ln>
            <a:solidFill>
              <a:schemeClr val="tx1"/>
            </a:solidFill>
          </a:ln>
        </p:spPr>
      </p:pic>
      <p:sp>
        <p:nvSpPr>
          <p:cNvPr id="35" name="Rectangle 34">
            <a:extLst>
              <a:ext uri="{FF2B5EF4-FFF2-40B4-BE49-F238E27FC236}">
                <a16:creationId xmlns:a16="http://schemas.microsoft.com/office/drawing/2014/main" id="{96424F95-17BE-4640-8D4B-DB88E15981A7}"/>
              </a:ext>
            </a:extLst>
          </p:cNvPr>
          <p:cNvSpPr/>
          <p:nvPr/>
        </p:nvSpPr>
        <p:spPr>
          <a:xfrm>
            <a:off x="2507355" y="451302"/>
            <a:ext cx="3156845" cy="36933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800" b="1" dirty="0"/>
          </a:p>
          <a:p>
            <a:pPr algn="ctr"/>
            <a:r>
              <a:rPr lang="en-US" sz="1800" b="1" dirty="0"/>
              <a:t>1. </a:t>
            </a:r>
            <a:r>
              <a:rPr lang="en-US" sz="1600" b="1" dirty="0"/>
              <a:t>Student</a:t>
            </a:r>
            <a:r>
              <a:rPr lang="en-US" sz="1800" b="1" dirty="0"/>
              <a:t> Number: 3455375  </a:t>
            </a:r>
            <a:endParaRPr lang="en-AE" sz="1800" b="1" dirty="0"/>
          </a:p>
          <a:p>
            <a:pPr algn="ctr"/>
            <a:endParaRPr lang="en-AE" dirty="0"/>
          </a:p>
        </p:txBody>
      </p:sp>
    </p:spTree>
    <p:extLst>
      <p:ext uri="{BB962C8B-B14F-4D97-AF65-F5344CB8AC3E}">
        <p14:creationId xmlns:p14="http://schemas.microsoft.com/office/powerpoint/2010/main" val="416662679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d6fa6db5-9f3a-4c93-9e38-61059ee07e95}" enabled="1" method="Standard" siteId="{4e8d09f7-cc79-4ccb-9149-a4238dd17422}" removed="0"/>
</clbl:labelList>
</file>

<file path=docProps/app.xml><?xml version="1.0" encoding="utf-8"?>
<Properties xmlns="http://schemas.openxmlformats.org/officeDocument/2006/extended-properties" xmlns:vt="http://schemas.openxmlformats.org/officeDocument/2006/docPropsVTypes">
  <Template>Office Theme</Template>
  <TotalTime>14141</TotalTime>
  <Words>908</Words>
  <Application>Microsoft Office PowerPoint</Application>
  <PresentationFormat>A3 Paper (297x420 mm)</PresentationFormat>
  <Paragraphs>150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CSCU9M5</dc:title>
  <dc:creator>hawwa</dc:creator>
  <cp:lastModifiedBy>Hawwa Sherin</cp:lastModifiedBy>
  <cp:revision>69</cp:revision>
  <dcterms:created xsi:type="dcterms:W3CDTF">2025-11-19T06:15:29Z</dcterms:created>
  <dcterms:modified xsi:type="dcterms:W3CDTF">2025-11-29T14:15:36Z</dcterms:modified>
</cp:coreProperties>
</file>